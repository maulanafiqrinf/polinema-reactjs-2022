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62" r:id="rId4"/>
    <p:sldId id="263" r:id="rId5"/>
    <p:sldId id="266" r:id="rId6"/>
    <p:sldId id="258" r:id="rId7"/>
    <p:sldId id="259" r:id="rId8"/>
    <p:sldId id="260" r:id="rId9"/>
    <p:sldId id="261" r:id="rId10"/>
    <p:sldId id="265"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4" d="100"/>
          <a:sy n="84"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6C39A84-6C5D-43D6-8874-C20BEE398D48}" type="datetimeFigureOut">
              <a:rPr lang="en-ID" smtClean="0"/>
              <a:t>14/04/2021</a:t>
            </a:fld>
            <a:endParaRPr lang="en-ID"/>
          </a:p>
        </p:txBody>
      </p:sp>
      <p:sp>
        <p:nvSpPr>
          <p:cNvPr id="5" name="Footer Placeholder 4"/>
          <p:cNvSpPr>
            <a:spLocks noGrp="1"/>
          </p:cNvSpPr>
          <p:nvPr>
            <p:ph type="ftr" sz="quarter" idx="11"/>
          </p:nvPr>
        </p:nvSpPr>
        <p:spPr>
          <a:xfrm>
            <a:off x="1876424" y="5410201"/>
            <a:ext cx="5124886" cy="365125"/>
          </a:xfrm>
        </p:spPr>
        <p:txBody>
          <a:bodyPr/>
          <a:lstStyle/>
          <a:p>
            <a:endParaRPr lang="en-ID"/>
          </a:p>
        </p:txBody>
      </p:sp>
      <p:sp>
        <p:nvSpPr>
          <p:cNvPr id="6" name="Slide Number Placeholder 5"/>
          <p:cNvSpPr>
            <a:spLocks noGrp="1"/>
          </p:cNvSpPr>
          <p:nvPr>
            <p:ph type="sldNum" sz="quarter" idx="12"/>
          </p:nvPr>
        </p:nvSpPr>
        <p:spPr>
          <a:xfrm>
            <a:off x="9896911" y="5410199"/>
            <a:ext cx="771089" cy="365125"/>
          </a:xfrm>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3814404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C39A84-6C5D-43D6-8874-C20BEE398D48}" type="datetimeFigureOut">
              <a:rPr lang="en-ID" smtClean="0"/>
              <a:t>14/04/2021</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1203632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C39A84-6C5D-43D6-8874-C20BEE398D48}" type="datetimeFigureOut">
              <a:rPr lang="en-ID" smtClean="0"/>
              <a:t>14/04/2021</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1915728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C39A84-6C5D-43D6-8874-C20BEE398D48}" type="datetimeFigureOut">
              <a:rPr lang="en-ID" smtClean="0"/>
              <a:t>14/04/2021</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66930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C39A84-6C5D-43D6-8874-C20BEE398D48}" type="datetimeFigureOut">
              <a:rPr lang="en-ID" smtClean="0"/>
              <a:t>14/04/2021</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1522000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C39A84-6C5D-43D6-8874-C20BEE398D48}" type="datetimeFigureOut">
              <a:rPr lang="en-ID" smtClean="0"/>
              <a:t>14/04/2021</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1203804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C39A84-6C5D-43D6-8874-C20BEE398D48}" type="datetimeFigureOut">
              <a:rPr lang="en-ID" smtClean="0"/>
              <a:t>14/04/2021</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1695041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C39A84-6C5D-43D6-8874-C20BEE398D48}" type="datetimeFigureOut">
              <a:rPr lang="en-ID" smtClean="0"/>
              <a:t>14/04/2021</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1943065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C39A84-6C5D-43D6-8874-C20BEE398D48}" type="datetimeFigureOut">
              <a:rPr lang="en-ID" smtClean="0"/>
              <a:t>14/04/2021</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12575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C39A84-6C5D-43D6-8874-C20BEE398D48}" type="datetimeFigureOut">
              <a:rPr lang="en-ID" smtClean="0"/>
              <a:t>14/04/2021</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1590229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C39A84-6C5D-43D6-8874-C20BEE398D48}" type="datetimeFigureOut">
              <a:rPr lang="en-ID" smtClean="0"/>
              <a:t>14/04/2021</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37627854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C39A84-6C5D-43D6-8874-C20BEE398D48}" type="datetimeFigureOut">
              <a:rPr lang="en-ID" smtClean="0"/>
              <a:t>14/04/2021</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423E03E-DC26-48CB-820E-BE265B02049F}" type="slidenum">
              <a:rPr lang="en-ID" smtClean="0"/>
              <a:t>‹#›</a:t>
            </a:fld>
            <a:endParaRPr lang="en-ID"/>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7253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C39A84-6C5D-43D6-8874-C20BEE398D48}" type="datetimeFigureOut">
              <a:rPr lang="en-ID" smtClean="0"/>
              <a:t>14/04/2021</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4176263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6C39A84-6C5D-43D6-8874-C20BEE398D48}" type="datetimeFigureOut">
              <a:rPr lang="en-ID" smtClean="0"/>
              <a:t>14/04/2021</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3879927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6C39A84-6C5D-43D6-8874-C20BEE398D48}" type="datetimeFigureOut">
              <a:rPr lang="en-ID" smtClean="0"/>
              <a:t>14/04/2021</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19990273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C39A84-6C5D-43D6-8874-C20BEE398D48}" type="datetimeFigureOut">
              <a:rPr lang="en-ID" smtClean="0"/>
              <a:t>14/04/2021</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628001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C39A84-6C5D-43D6-8874-C20BEE398D48}" type="datetimeFigureOut">
              <a:rPr lang="en-ID" smtClean="0"/>
              <a:t>14/04/2021</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E423E03E-DC26-48CB-820E-BE265B02049F}" type="slidenum">
              <a:rPr lang="en-ID" smtClean="0"/>
              <a:t>‹#›</a:t>
            </a:fld>
            <a:endParaRPr lang="en-ID"/>
          </a:p>
        </p:txBody>
      </p:sp>
    </p:spTree>
    <p:extLst>
      <p:ext uri="{BB962C8B-B14F-4D97-AF65-F5344CB8AC3E}">
        <p14:creationId xmlns:p14="http://schemas.microsoft.com/office/powerpoint/2010/main" val="642521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6C39A84-6C5D-43D6-8874-C20BEE398D48}" type="datetimeFigureOut">
              <a:rPr lang="en-ID" smtClean="0"/>
              <a:t>14/04/2021</a:t>
            </a:fld>
            <a:endParaRPr lang="en-ID"/>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423E03E-DC26-48CB-820E-BE265B02049F}" type="slidenum">
              <a:rPr lang="en-ID" smtClean="0"/>
              <a:t>‹#›</a:t>
            </a:fld>
            <a:endParaRPr lang="en-ID"/>
          </a:p>
        </p:txBody>
      </p:sp>
    </p:spTree>
    <p:extLst>
      <p:ext uri="{BB962C8B-B14F-4D97-AF65-F5344CB8AC3E}">
        <p14:creationId xmlns:p14="http://schemas.microsoft.com/office/powerpoint/2010/main" val="3685608393"/>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871DB-6940-45A9-B2BE-A061BF127247}"/>
              </a:ext>
            </a:extLst>
          </p:cNvPr>
          <p:cNvSpPr>
            <a:spLocks noGrp="1"/>
          </p:cNvSpPr>
          <p:nvPr>
            <p:ph type="ctrTitle"/>
          </p:nvPr>
        </p:nvSpPr>
        <p:spPr/>
        <p:txBody>
          <a:bodyPr/>
          <a:lstStyle/>
          <a:p>
            <a:r>
              <a:rPr lang="en-US" dirty="0"/>
              <a:t>Laravel</a:t>
            </a:r>
            <a:endParaRPr lang="en-ID" dirty="0"/>
          </a:p>
        </p:txBody>
      </p:sp>
      <p:sp>
        <p:nvSpPr>
          <p:cNvPr id="3" name="Subtitle 2">
            <a:extLst>
              <a:ext uri="{FF2B5EF4-FFF2-40B4-BE49-F238E27FC236}">
                <a16:creationId xmlns:a16="http://schemas.microsoft.com/office/drawing/2014/main" id="{B9EC6589-9094-438E-812C-4CDEA23016AF}"/>
              </a:ext>
            </a:extLst>
          </p:cNvPr>
          <p:cNvSpPr>
            <a:spLocks noGrp="1"/>
          </p:cNvSpPr>
          <p:nvPr>
            <p:ph type="subTitle" idx="1"/>
          </p:nvPr>
        </p:nvSpPr>
        <p:spPr/>
        <p:txBody>
          <a:bodyPr/>
          <a:lstStyle/>
          <a:p>
            <a:endParaRPr lang="en-ID"/>
          </a:p>
        </p:txBody>
      </p:sp>
    </p:spTree>
    <p:extLst>
      <p:ext uri="{BB962C8B-B14F-4D97-AF65-F5344CB8AC3E}">
        <p14:creationId xmlns:p14="http://schemas.microsoft.com/office/powerpoint/2010/main" val="863402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1E227-CE3D-48A5-806A-4C16890D3BF0}"/>
              </a:ext>
            </a:extLst>
          </p:cNvPr>
          <p:cNvSpPr>
            <a:spLocks noGrp="1"/>
          </p:cNvSpPr>
          <p:nvPr>
            <p:ph type="title"/>
          </p:nvPr>
        </p:nvSpPr>
        <p:spPr/>
        <p:txBody>
          <a:bodyPr/>
          <a:lstStyle/>
          <a:p>
            <a:r>
              <a:rPr lang="en-US" dirty="0" err="1"/>
              <a:t>Pengertian</a:t>
            </a:r>
            <a:r>
              <a:rPr lang="en-US" dirty="0"/>
              <a:t> </a:t>
            </a:r>
            <a:r>
              <a:rPr lang="en-US" dirty="0" err="1"/>
              <a:t>laravel</a:t>
            </a:r>
            <a:endParaRPr lang="en-ID" dirty="0"/>
          </a:p>
        </p:txBody>
      </p:sp>
      <p:sp>
        <p:nvSpPr>
          <p:cNvPr id="3" name="Content Placeholder 2">
            <a:extLst>
              <a:ext uri="{FF2B5EF4-FFF2-40B4-BE49-F238E27FC236}">
                <a16:creationId xmlns:a16="http://schemas.microsoft.com/office/drawing/2014/main" id="{6195C9DC-3C6B-4BB3-AFAE-4BB1276525CA}"/>
              </a:ext>
            </a:extLst>
          </p:cNvPr>
          <p:cNvSpPr>
            <a:spLocks noGrp="1"/>
          </p:cNvSpPr>
          <p:nvPr>
            <p:ph idx="1"/>
          </p:nvPr>
        </p:nvSpPr>
        <p:spPr/>
        <p:txBody>
          <a:bodyPr/>
          <a:lstStyle/>
          <a:p>
            <a:r>
              <a:rPr lang="id-ID" sz="1800" b="1" dirty="0">
                <a:solidFill>
                  <a:srgbClr val="121416"/>
                </a:solidFill>
                <a:effectLst/>
                <a:latin typeface="Calibri Light" panose="020F0302020204030204" pitchFamily="34" charset="0"/>
                <a:ea typeface="Times New Roman" panose="02020603050405020304" pitchFamily="18" charset="0"/>
              </a:rPr>
              <a:t>Framework</a:t>
            </a:r>
            <a:r>
              <a:rPr lang="id-ID" sz="1800" dirty="0">
                <a:solidFill>
                  <a:srgbClr val="121416"/>
                </a:solidFill>
                <a:effectLst/>
                <a:latin typeface="Calibri Light" panose="020F0302020204030204" pitchFamily="34" charset="0"/>
                <a:ea typeface="Times New Roman" panose="02020603050405020304" pitchFamily="18" charset="0"/>
              </a:rPr>
              <a:t> adalah seperangkat struktur dan pedoman konseptual, yang digunakan untuk membangun sesuatu yang bermanfaat. Jadi bisa dikatakan framework merupakan software untuk memudahkan para programer untuk membuat sebuah aplikasi web.</a:t>
            </a:r>
            <a:endParaRPr lang="en-ID" sz="1800" dirty="0">
              <a:effectLst/>
              <a:latin typeface="Times New Roman" panose="02020603050405020304" pitchFamily="18" charset="0"/>
              <a:ea typeface="Times New Roman" panose="02020603050405020304" pitchFamily="18" charset="0"/>
            </a:endParaRPr>
          </a:p>
          <a:p>
            <a:r>
              <a:rPr lang="id-ID" sz="1800" b="1" dirty="0">
                <a:solidFill>
                  <a:srgbClr val="121416"/>
                </a:solidFill>
                <a:effectLst/>
                <a:latin typeface="Calibri Light" panose="020F0302020204030204" pitchFamily="34" charset="0"/>
                <a:ea typeface="Calibri" panose="020F0502020204030204" pitchFamily="34" charset="0"/>
              </a:rPr>
              <a:t>Laravel</a:t>
            </a:r>
            <a:r>
              <a:rPr lang="id-ID" sz="1800" dirty="0">
                <a:solidFill>
                  <a:srgbClr val="121416"/>
                </a:solidFill>
                <a:effectLst/>
                <a:latin typeface="Calibri Light" panose="020F0302020204030204" pitchFamily="34" charset="0"/>
                <a:ea typeface="Calibri" panose="020F0502020204030204" pitchFamily="34" charset="0"/>
              </a:rPr>
              <a:t> adalah salah satu Framework PHP yang paling populer dan paling banyak digunakan di seluruh dunia dalam membangun aplikasi web mulai dari proyek kecil hingga besar. Framework ini banyak digunakan oleh Web Developer karena kinerja, fitur, dan skalabilitas nya.</a:t>
            </a:r>
            <a:endParaRPr lang="en-ID" dirty="0"/>
          </a:p>
        </p:txBody>
      </p:sp>
    </p:spTree>
    <p:extLst>
      <p:ext uri="{BB962C8B-B14F-4D97-AF65-F5344CB8AC3E}">
        <p14:creationId xmlns:p14="http://schemas.microsoft.com/office/powerpoint/2010/main" val="1705251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ADDE6-34D2-48C5-B452-26C5D95BEDF0}"/>
              </a:ext>
            </a:extLst>
          </p:cNvPr>
          <p:cNvSpPr>
            <a:spLocks noGrp="1"/>
          </p:cNvSpPr>
          <p:nvPr>
            <p:ph type="title"/>
          </p:nvPr>
        </p:nvSpPr>
        <p:spPr/>
        <p:txBody>
          <a:bodyPr/>
          <a:lstStyle/>
          <a:p>
            <a:r>
              <a:rPr lang="en-US" dirty="0"/>
              <a:t>Laravel </a:t>
            </a:r>
            <a:r>
              <a:rPr lang="en-US" dirty="0" err="1"/>
              <a:t>COncept</a:t>
            </a:r>
            <a:endParaRPr lang="en-ID" dirty="0"/>
          </a:p>
        </p:txBody>
      </p:sp>
      <p:sp>
        <p:nvSpPr>
          <p:cNvPr id="3" name="Content Placeholder 2">
            <a:extLst>
              <a:ext uri="{FF2B5EF4-FFF2-40B4-BE49-F238E27FC236}">
                <a16:creationId xmlns:a16="http://schemas.microsoft.com/office/drawing/2014/main" id="{7C0A4486-EF63-42AE-9842-2D0A1D5386A5}"/>
              </a:ext>
            </a:extLst>
          </p:cNvPr>
          <p:cNvSpPr>
            <a:spLocks noGrp="1"/>
          </p:cNvSpPr>
          <p:nvPr>
            <p:ph idx="1"/>
          </p:nvPr>
        </p:nvSpPr>
        <p:spPr/>
        <p:txBody>
          <a:bodyPr/>
          <a:lstStyle/>
          <a:p>
            <a:r>
              <a:rPr lang="en-ID" b="1" dirty="0"/>
              <a:t>Laravel</a:t>
            </a:r>
            <a:r>
              <a:rPr lang="en-ID" dirty="0"/>
              <a:t> </a:t>
            </a:r>
            <a:r>
              <a:rPr lang="en-ID" dirty="0" err="1"/>
              <a:t>adalah</a:t>
            </a:r>
            <a:r>
              <a:rPr lang="en-ID" dirty="0"/>
              <a:t> </a:t>
            </a:r>
            <a:r>
              <a:rPr lang="en-ID" dirty="0" err="1"/>
              <a:t>sebuah</a:t>
            </a:r>
            <a:r>
              <a:rPr lang="en-ID" dirty="0"/>
              <a:t> framework PHP yang </a:t>
            </a:r>
            <a:r>
              <a:rPr lang="en-ID" dirty="0" err="1"/>
              <a:t>dirilis</a:t>
            </a:r>
            <a:r>
              <a:rPr lang="en-ID" dirty="0"/>
              <a:t> </a:t>
            </a:r>
            <a:r>
              <a:rPr lang="en-ID" dirty="0" err="1"/>
              <a:t>dibawah</a:t>
            </a:r>
            <a:r>
              <a:rPr lang="en-ID" dirty="0"/>
              <a:t> </a:t>
            </a:r>
            <a:r>
              <a:rPr lang="en-ID" dirty="0" err="1"/>
              <a:t>lisensi</a:t>
            </a:r>
            <a:r>
              <a:rPr lang="en-ID" dirty="0"/>
              <a:t> MIT, </a:t>
            </a:r>
            <a:r>
              <a:rPr lang="en-ID" dirty="0" err="1"/>
              <a:t>dibangun</a:t>
            </a:r>
            <a:r>
              <a:rPr lang="en-ID" dirty="0"/>
              <a:t> </a:t>
            </a:r>
            <a:r>
              <a:rPr lang="en-ID" dirty="0" err="1"/>
              <a:t>dengan</a:t>
            </a:r>
            <a:r>
              <a:rPr lang="en-ID" dirty="0"/>
              <a:t> </a:t>
            </a:r>
            <a:r>
              <a:rPr lang="en-ID" dirty="0" err="1"/>
              <a:t>konsep</a:t>
            </a:r>
            <a:r>
              <a:rPr lang="en-ID" dirty="0"/>
              <a:t> MVC (model view controller)</a:t>
            </a:r>
          </a:p>
          <a:p>
            <a:r>
              <a:rPr lang="en-ID" dirty="0"/>
              <a:t>Laravel </a:t>
            </a:r>
            <a:r>
              <a:rPr lang="en-ID" dirty="0" err="1"/>
              <a:t>adalah</a:t>
            </a:r>
            <a:r>
              <a:rPr lang="en-ID" dirty="0"/>
              <a:t> </a:t>
            </a:r>
            <a:r>
              <a:rPr lang="en-ID" dirty="0" err="1"/>
              <a:t>pengembangan</a:t>
            </a:r>
            <a:r>
              <a:rPr lang="en-ID" dirty="0"/>
              <a:t> website </a:t>
            </a:r>
            <a:r>
              <a:rPr lang="en-ID" dirty="0" err="1"/>
              <a:t>berbasis</a:t>
            </a:r>
            <a:r>
              <a:rPr lang="en-ID" dirty="0"/>
              <a:t> MVP yang </a:t>
            </a:r>
            <a:r>
              <a:rPr lang="en-ID" dirty="0" err="1"/>
              <a:t>ditulis</a:t>
            </a:r>
            <a:r>
              <a:rPr lang="en-ID" dirty="0"/>
              <a:t> </a:t>
            </a:r>
            <a:r>
              <a:rPr lang="en-ID" dirty="0" err="1"/>
              <a:t>dalam</a:t>
            </a:r>
            <a:r>
              <a:rPr lang="en-ID" dirty="0"/>
              <a:t> PHP yang </a:t>
            </a:r>
            <a:r>
              <a:rPr lang="en-ID" dirty="0" err="1"/>
              <a:t>dirancang</a:t>
            </a:r>
            <a:r>
              <a:rPr lang="en-ID" dirty="0"/>
              <a:t> </a:t>
            </a:r>
            <a:r>
              <a:rPr lang="en-ID" dirty="0" err="1"/>
              <a:t>untuk</a:t>
            </a:r>
            <a:r>
              <a:rPr lang="en-ID" dirty="0"/>
              <a:t> </a:t>
            </a:r>
            <a:r>
              <a:rPr lang="en-ID" dirty="0" err="1"/>
              <a:t>meningkatkan</a:t>
            </a:r>
            <a:r>
              <a:rPr lang="en-ID" dirty="0"/>
              <a:t> </a:t>
            </a:r>
            <a:r>
              <a:rPr lang="en-ID" dirty="0" err="1"/>
              <a:t>kualitas</a:t>
            </a:r>
            <a:r>
              <a:rPr lang="en-ID" dirty="0"/>
              <a:t> </a:t>
            </a:r>
            <a:r>
              <a:rPr lang="en-ID" dirty="0" err="1"/>
              <a:t>perangkat</a:t>
            </a:r>
            <a:r>
              <a:rPr lang="en-ID" dirty="0"/>
              <a:t> </a:t>
            </a:r>
            <a:r>
              <a:rPr lang="en-ID" dirty="0" err="1"/>
              <a:t>lunak</a:t>
            </a:r>
            <a:r>
              <a:rPr lang="en-ID" dirty="0"/>
              <a:t> </a:t>
            </a:r>
            <a:r>
              <a:rPr lang="en-ID" dirty="0" err="1"/>
              <a:t>dengan</a:t>
            </a:r>
            <a:r>
              <a:rPr lang="en-ID" dirty="0"/>
              <a:t> </a:t>
            </a:r>
            <a:r>
              <a:rPr lang="en-ID" dirty="0" err="1"/>
              <a:t>mengurangi</a:t>
            </a:r>
            <a:r>
              <a:rPr lang="en-ID" dirty="0"/>
              <a:t> </a:t>
            </a:r>
            <a:r>
              <a:rPr lang="en-ID" dirty="0" err="1"/>
              <a:t>biaya</a:t>
            </a:r>
            <a:r>
              <a:rPr lang="en-ID" dirty="0"/>
              <a:t> </a:t>
            </a:r>
            <a:r>
              <a:rPr lang="en-ID" dirty="0" err="1"/>
              <a:t>pengembangan</a:t>
            </a:r>
            <a:r>
              <a:rPr lang="en-ID" dirty="0"/>
              <a:t> </a:t>
            </a:r>
            <a:r>
              <a:rPr lang="en-ID" dirty="0" err="1"/>
              <a:t>awal</a:t>
            </a:r>
            <a:r>
              <a:rPr lang="en-ID" dirty="0"/>
              <a:t> dan </a:t>
            </a:r>
            <a:r>
              <a:rPr lang="en-ID" dirty="0" err="1"/>
              <a:t>biaya</a:t>
            </a:r>
            <a:r>
              <a:rPr lang="en-ID" dirty="0"/>
              <a:t> </a:t>
            </a:r>
            <a:r>
              <a:rPr lang="en-ID" dirty="0" err="1"/>
              <a:t>pemeliharaan</a:t>
            </a:r>
            <a:r>
              <a:rPr lang="en-ID" dirty="0"/>
              <a:t>, dan </a:t>
            </a:r>
            <a:r>
              <a:rPr lang="en-ID" dirty="0" err="1"/>
              <a:t>untuk</a:t>
            </a:r>
            <a:r>
              <a:rPr lang="en-ID" dirty="0"/>
              <a:t> </a:t>
            </a:r>
            <a:r>
              <a:rPr lang="en-ID" dirty="0" err="1"/>
              <a:t>meningkatkan</a:t>
            </a:r>
            <a:r>
              <a:rPr lang="en-ID" dirty="0"/>
              <a:t> </a:t>
            </a:r>
            <a:r>
              <a:rPr lang="en-ID" dirty="0" err="1"/>
              <a:t>pengalaman</a:t>
            </a:r>
            <a:r>
              <a:rPr lang="en-ID" dirty="0"/>
              <a:t> </a:t>
            </a:r>
            <a:r>
              <a:rPr lang="en-ID" dirty="0" err="1"/>
              <a:t>bekerja</a:t>
            </a:r>
            <a:r>
              <a:rPr lang="en-ID" dirty="0"/>
              <a:t> </a:t>
            </a:r>
            <a:r>
              <a:rPr lang="en-ID" dirty="0" err="1"/>
              <a:t>dengan</a:t>
            </a:r>
            <a:r>
              <a:rPr lang="en-ID" dirty="0"/>
              <a:t> </a:t>
            </a:r>
            <a:r>
              <a:rPr lang="en-ID" dirty="0" err="1"/>
              <a:t>aplikasi</a:t>
            </a:r>
            <a:r>
              <a:rPr lang="en-ID" dirty="0"/>
              <a:t> </a:t>
            </a:r>
            <a:r>
              <a:rPr lang="en-ID" dirty="0" err="1"/>
              <a:t>dengan</a:t>
            </a:r>
            <a:r>
              <a:rPr lang="en-ID" dirty="0"/>
              <a:t> </a:t>
            </a:r>
            <a:r>
              <a:rPr lang="en-ID" dirty="0" err="1"/>
              <a:t>menyediakan</a:t>
            </a:r>
            <a:r>
              <a:rPr lang="en-ID" dirty="0"/>
              <a:t> </a:t>
            </a:r>
            <a:r>
              <a:rPr lang="en-ID" dirty="0" err="1"/>
              <a:t>sintaks</a:t>
            </a:r>
            <a:r>
              <a:rPr lang="en-ID" dirty="0"/>
              <a:t> yang </a:t>
            </a:r>
            <a:r>
              <a:rPr lang="en-ID" dirty="0" err="1"/>
              <a:t>ekspresif</a:t>
            </a:r>
            <a:r>
              <a:rPr lang="en-ID" dirty="0"/>
              <a:t>, </a:t>
            </a:r>
            <a:r>
              <a:rPr lang="en-ID" dirty="0" err="1"/>
              <a:t>jelas</a:t>
            </a:r>
            <a:r>
              <a:rPr lang="en-ID" dirty="0"/>
              <a:t> dan </a:t>
            </a:r>
            <a:r>
              <a:rPr lang="en-ID" dirty="0" err="1"/>
              <a:t>menghemat</a:t>
            </a:r>
            <a:r>
              <a:rPr lang="en-ID" dirty="0"/>
              <a:t> </a:t>
            </a:r>
            <a:r>
              <a:rPr lang="en-ID" dirty="0" err="1"/>
              <a:t>waktu</a:t>
            </a:r>
            <a:r>
              <a:rPr lang="en-ID" dirty="0"/>
              <a:t>.</a:t>
            </a:r>
          </a:p>
        </p:txBody>
      </p:sp>
    </p:spTree>
    <p:extLst>
      <p:ext uri="{BB962C8B-B14F-4D97-AF65-F5344CB8AC3E}">
        <p14:creationId xmlns:p14="http://schemas.microsoft.com/office/powerpoint/2010/main" val="3738014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EB766F-169D-4591-B4C2-24CA439FBDEC}"/>
              </a:ext>
            </a:extLst>
          </p:cNvPr>
          <p:cNvSpPr>
            <a:spLocks noGrp="1"/>
          </p:cNvSpPr>
          <p:nvPr>
            <p:ph idx="1"/>
          </p:nvPr>
        </p:nvSpPr>
        <p:spPr>
          <a:xfrm>
            <a:off x="1040828" y="740726"/>
            <a:ext cx="9905999" cy="4745673"/>
          </a:xfrm>
        </p:spPr>
        <p:txBody>
          <a:bodyPr>
            <a:normAutofit fontScale="92500"/>
          </a:bodyPr>
          <a:lstStyle/>
          <a:p>
            <a:r>
              <a:rPr lang="en-ID" dirty="0"/>
              <a:t>MVC </a:t>
            </a:r>
            <a:r>
              <a:rPr lang="en-ID" dirty="0" err="1"/>
              <a:t>adalah</a:t>
            </a:r>
            <a:r>
              <a:rPr lang="en-ID" dirty="0"/>
              <a:t> </a:t>
            </a:r>
            <a:r>
              <a:rPr lang="en-ID" dirty="0" err="1"/>
              <a:t>sebuah</a:t>
            </a:r>
            <a:r>
              <a:rPr lang="en-ID" dirty="0"/>
              <a:t> </a:t>
            </a:r>
            <a:r>
              <a:rPr lang="en-ID" dirty="0" err="1"/>
              <a:t>pendekatan</a:t>
            </a:r>
            <a:r>
              <a:rPr lang="en-ID" dirty="0"/>
              <a:t> </a:t>
            </a:r>
            <a:r>
              <a:rPr lang="en-ID" dirty="0" err="1"/>
              <a:t>perangkat</a:t>
            </a:r>
            <a:r>
              <a:rPr lang="en-ID" dirty="0"/>
              <a:t> </a:t>
            </a:r>
            <a:r>
              <a:rPr lang="en-ID" dirty="0" err="1"/>
              <a:t>lunak</a:t>
            </a:r>
            <a:r>
              <a:rPr lang="en-ID" dirty="0"/>
              <a:t> yang </a:t>
            </a:r>
            <a:r>
              <a:rPr lang="en-ID" dirty="0" err="1"/>
              <a:t>memisahkan</a:t>
            </a:r>
            <a:r>
              <a:rPr lang="en-ID" dirty="0"/>
              <a:t> </a:t>
            </a:r>
            <a:r>
              <a:rPr lang="en-ID" dirty="0" err="1"/>
              <a:t>aplikasi</a:t>
            </a:r>
            <a:r>
              <a:rPr lang="en-ID" dirty="0"/>
              <a:t> </a:t>
            </a:r>
            <a:r>
              <a:rPr lang="en-ID" dirty="0" err="1"/>
              <a:t>logika</a:t>
            </a:r>
            <a:r>
              <a:rPr lang="en-ID" dirty="0"/>
              <a:t> </a:t>
            </a:r>
            <a:r>
              <a:rPr lang="en-ID" dirty="0" err="1"/>
              <a:t>dari</a:t>
            </a:r>
            <a:r>
              <a:rPr lang="en-ID" dirty="0"/>
              <a:t> </a:t>
            </a:r>
            <a:r>
              <a:rPr lang="en-ID" dirty="0" err="1"/>
              <a:t>presentasi</a:t>
            </a:r>
            <a:r>
              <a:rPr lang="en-ID" dirty="0"/>
              <a:t>. MVC </a:t>
            </a:r>
            <a:r>
              <a:rPr lang="en-ID" dirty="0" err="1"/>
              <a:t>memisahkan</a:t>
            </a:r>
            <a:r>
              <a:rPr lang="en-ID" dirty="0"/>
              <a:t> </a:t>
            </a:r>
            <a:r>
              <a:rPr lang="en-ID" dirty="0" err="1"/>
              <a:t>aplikasi</a:t>
            </a:r>
            <a:r>
              <a:rPr lang="en-ID" dirty="0"/>
              <a:t> </a:t>
            </a:r>
            <a:r>
              <a:rPr lang="en-ID" dirty="0" err="1"/>
              <a:t>berdasarkan</a:t>
            </a:r>
            <a:r>
              <a:rPr lang="en-ID" dirty="0"/>
              <a:t> </a:t>
            </a:r>
            <a:r>
              <a:rPr lang="en-ID" dirty="0" err="1"/>
              <a:t>komponen</a:t>
            </a:r>
            <a:r>
              <a:rPr lang="en-ID" dirty="0"/>
              <a:t>- </a:t>
            </a:r>
            <a:r>
              <a:rPr lang="en-ID" dirty="0" err="1"/>
              <a:t>komponen</a:t>
            </a:r>
            <a:r>
              <a:rPr lang="en-ID" dirty="0"/>
              <a:t> </a:t>
            </a:r>
            <a:r>
              <a:rPr lang="en-ID" dirty="0" err="1"/>
              <a:t>aplikasi</a:t>
            </a:r>
            <a:r>
              <a:rPr lang="en-ID" dirty="0"/>
              <a:t>, </a:t>
            </a:r>
            <a:r>
              <a:rPr lang="en-ID" dirty="0" err="1"/>
              <a:t>seperti</a:t>
            </a:r>
            <a:r>
              <a:rPr lang="en-ID" dirty="0"/>
              <a:t> : </a:t>
            </a:r>
            <a:r>
              <a:rPr lang="en-ID" dirty="0" err="1"/>
              <a:t>manipulasi</a:t>
            </a:r>
            <a:r>
              <a:rPr lang="en-ID" dirty="0"/>
              <a:t> data, controller, dan user interface.</a:t>
            </a:r>
          </a:p>
          <a:p>
            <a:endParaRPr lang="en-ID" dirty="0"/>
          </a:p>
          <a:p>
            <a:pPr>
              <a:buFont typeface="+mj-lt"/>
              <a:buAutoNum type="arabicPeriod"/>
            </a:pPr>
            <a:r>
              <a:rPr lang="en-ID" dirty="0"/>
              <a:t>Model, Model </a:t>
            </a:r>
            <a:r>
              <a:rPr lang="en-ID" dirty="0" err="1"/>
              <a:t>mewakili</a:t>
            </a:r>
            <a:r>
              <a:rPr lang="en-ID" dirty="0"/>
              <a:t> </a:t>
            </a:r>
            <a:r>
              <a:rPr lang="en-ID" dirty="0" err="1"/>
              <a:t>struktur</a:t>
            </a:r>
            <a:r>
              <a:rPr lang="en-ID" dirty="0"/>
              <a:t> data. </a:t>
            </a:r>
            <a:r>
              <a:rPr lang="en-ID" dirty="0" err="1"/>
              <a:t>Biasanya</a:t>
            </a:r>
            <a:r>
              <a:rPr lang="en-ID" dirty="0"/>
              <a:t> model </a:t>
            </a:r>
            <a:r>
              <a:rPr lang="en-ID" dirty="0" err="1"/>
              <a:t>berisi</a:t>
            </a:r>
            <a:r>
              <a:rPr lang="en-ID" dirty="0"/>
              <a:t> </a:t>
            </a:r>
            <a:r>
              <a:rPr lang="en-ID" dirty="0" err="1"/>
              <a:t>fungsi-fungsi</a:t>
            </a:r>
            <a:r>
              <a:rPr lang="en-ID" dirty="0"/>
              <a:t> yang </a:t>
            </a:r>
            <a:r>
              <a:rPr lang="en-ID" dirty="0" err="1"/>
              <a:t>membantu</a:t>
            </a:r>
            <a:r>
              <a:rPr lang="en-ID" dirty="0"/>
              <a:t> </a:t>
            </a:r>
            <a:r>
              <a:rPr lang="en-ID" dirty="0" err="1"/>
              <a:t>seseorang</a:t>
            </a:r>
            <a:r>
              <a:rPr lang="en-ID" dirty="0"/>
              <a:t> </a:t>
            </a:r>
            <a:r>
              <a:rPr lang="en-ID" dirty="0" err="1"/>
              <a:t>dalam</a:t>
            </a:r>
            <a:r>
              <a:rPr lang="en-ID" dirty="0"/>
              <a:t> </a:t>
            </a:r>
            <a:r>
              <a:rPr lang="en-ID" dirty="0" err="1"/>
              <a:t>pengelolaan</a:t>
            </a:r>
            <a:r>
              <a:rPr lang="en-ID" dirty="0"/>
              <a:t> basis data </a:t>
            </a:r>
            <a:r>
              <a:rPr lang="en-ID" dirty="0" err="1"/>
              <a:t>seperti</a:t>
            </a:r>
            <a:r>
              <a:rPr lang="en-ID" dirty="0"/>
              <a:t> </a:t>
            </a:r>
            <a:r>
              <a:rPr lang="en-ID" dirty="0" err="1"/>
              <a:t>memasukkan</a:t>
            </a:r>
            <a:r>
              <a:rPr lang="en-ID" dirty="0"/>
              <a:t> data </a:t>
            </a:r>
            <a:r>
              <a:rPr lang="en-ID" dirty="0" err="1"/>
              <a:t>ke</a:t>
            </a:r>
            <a:r>
              <a:rPr lang="en-ID" dirty="0"/>
              <a:t> basis data, </a:t>
            </a:r>
            <a:r>
              <a:rPr lang="en-ID" dirty="0" err="1"/>
              <a:t>pembaruan</a:t>
            </a:r>
            <a:r>
              <a:rPr lang="en-ID" dirty="0"/>
              <a:t> data dan lain-lain.</a:t>
            </a:r>
          </a:p>
          <a:p>
            <a:pPr>
              <a:buFont typeface="+mj-lt"/>
              <a:buAutoNum type="arabicPeriod"/>
            </a:pPr>
            <a:r>
              <a:rPr lang="en-ID" dirty="0"/>
              <a:t>View, View </a:t>
            </a:r>
            <a:r>
              <a:rPr lang="en-ID" dirty="0" err="1"/>
              <a:t>adalah</a:t>
            </a:r>
            <a:r>
              <a:rPr lang="en-ID" dirty="0"/>
              <a:t> </a:t>
            </a:r>
            <a:r>
              <a:rPr lang="en-ID" dirty="0" err="1"/>
              <a:t>bagian</a:t>
            </a:r>
            <a:r>
              <a:rPr lang="en-ID" dirty="0"/>
              <a:t> yang </a:t>
            </a:r>
            <a:r>
              <a:rPr lang="en-ID" dirty="0" err="1"/>
              <a:t>mengatur</a:t>
            </a:r>
            <a:r>
              <a:rPr lang="en-ID" dirty="0"/>
              <a:t> </a:t>
            </a:r>
            <a:r>
              <a:rPr lang="en-ID" dirty="0" err="1"/>
              <a:t>tampilan</a:t>
            </a:r>
            <a:r>
              <a:rPr lang="en-ID" dirty="0"/>
              <a:t> </a:t>
            </a:r>
            <a:r>
              <a:rPr lang="en-ID" dirty="0" err="1"/>
              <a:t>ke</a:t>
            </a:r>
            <a:r>
              <a:rPr lang="en-ID" dirty="0"/>
              <a:t> </a:t>
            </a:r>
            <a:r>
              <a:rPr lang="en-ID" dirty="0" err="1"/>
              <a:t>pengguna</a:t>
            </a:r>
            <a:r>
              <a:rPr lang="en-ID" dirty="0"/>
              <a:t>. Bisa </a:t>
            </a:r>
            <a:r>
              <a:rPr lang="en-ID" dirty="0" err="1"/>
              <a:t>dikatakan</a:t>
            </a:r>
            <a:r>
              <a:rPr lang="en-ID" dirty="0"/>
              <a:t> </a:t>
            </a:r>
            <a:r>
              <a:rPr lang="en-ID" dirty="0" err="1"/>
              <a:t>berupa</a:t>
            </a:r>
            <a:r>
              <a:rPr lang="en-ID" dirty="0"/>
              <a:t> </a:t>
            </a:r>
            <a:r>
              <a:rPr lang="en-ID" dirty="0" err="1"/>
              <a:t>halaman</a:t>
            </a:r>
            <a:r>
              <a:rPr lang="en-ID" dirty="0"/>
              <a:t> web.</a:t>
            </a:r>
          </a:p>
          <a:p>
            <a:pPr>
              <a:buFont typeface="+mj-lt"/>
              <a:buAutoNum type="arabicPeriod"/>
            </a:pPr>
            <a:r>
              <a:rPr lang="en-ID" dirty="0"/>
              <a:t>Controller, Controller </a:t>
            </a:r>
            <a:r>
              <a:rPr lang="en-ID" dirty="0" err="1"/>
              <a:t>merupakan</a:t>
            </a:r>
            <a:r>
              <a:rPr lang="en-ID" dirty="0"/>
              <a:t> </a:t>
            </a:r>
            <a:r>
              <a:rPr lang="en-ID" dirty="0" err="1"/>
              <a:t>bagian</a:t>
            </a:r>
            <a:r>
              <a:rPr lang="en-ID" dirty="0"/>
              <a:t> yang </a:t>
            </a:r>
            <a:r>
              <a:rPr lang="en-ID" dirty="0" err="1"/>
              <a:t>menjembatani</a:t>
            </a:r>
            <a:r>
              <a:rPr lang="en-ID" dirty="0"/>
              <a:t> model dan view.</a:t>
            </a:r>
          </a:p>
          <a:p>
            <a:endParaRPr lang="en-ID" dirty="0"/>
          </a:p>
        </p:txBody>
      </p:sp>
    </p:spTree>
    <p:extLst>
      <p:ext uri="{BB962C8B-B14F-4D97-AF65-F5344CB8AC3E}">
        <p14:creationId xmlns:p14="http://schemas.microsoft.com/office/powerpoint/2010/main" val="31297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0D135-78FB-4AEC-A120-A19F0B802E6F}"/>
              </a:ext>
            </a:extLst>
          </p:cNvPr>
          <p:cNvSpPr>
            <a:spLocks noGrp="1"/>
          </p:cNvSpPr>
          <p:nvPr>
            <p:ph type="title"/>
          </p:nvPr>
        </p:nvSpPr>
        <p:spPr/>
        <p:txBody>
          <a:bodyPr/>
          <a:lstStyle/>
          <a:p>
            <a:r>
              <a:rPr lang="en-US" dirty="0" err="1"/>
              <a:t>Mengapa</a:t>
            </a:r>
            <a:r>
              <a:rPr lang="en-US" dirty="0"/>
              <a:t> Laravel ?</a:t>
            </a:r>
            <a:endParaRPr lang="en-ID" dirty="0"/>
          </a:p>
        </p:txBody>
      </p:sp>
      <p:sp>
        <p:nvSpPr>
          <p:cNvPr id="3" name="Content Placeholder 2">
            <a:extLst>
              <a:ext uri="{FF2B5EF4-FFF2-40B4-BE49-F238E27FC236}">
                <a16:creationId xmlns:a16="http://schemas.microsoft.com/office/drawing/2014/main" id="{994AA316-0349-4BDC-9DBC-2E12B2E38504}"/>
              </a:ext>
            </a:extLst>
          </p:cNvPr>
          <p:cNvSpPr>
            <a:spLocks noGrp="1"/>
          </p:cNvSpPr>
          <p:nvPr>
            <p:ph idx="1"/>
          </p:nvPr>
        </p:nvSpPr>
        <p:spPr/>
        <p:txBody>
          <a:bodyPr/>
          <a:lstStyle/>
          <a:p>
            <a:r>
              <a:rPr lang="en-US" dirty="0"/>
              <a:t>Open Source . </a:t>
            </a:r>
            <a:r>
              <a:rPr lang="en-ID" dirty="0"/>
              <a:t>Laravel </a:t>
            </a:r>
            <a:r>
              <a:rPr lang="en-ID" dirty="0" err="1"/>
              <a:t>dikembangkan</a:t>
            </a:r>
            <a:r>
              <a:rPr lang="en-ID" dirty="0"/>
              <a:t> </a:t>
            </a:r>
            <a:r>
              <a:rPr lang="en-ID" dirty="0" err="1"/>
              <a:t>sebagai</a:t>
            </a:r>
            <a:r>
              <a:rPr lang="en-ID" dirty="0"/>
              <a:t> </a:t>
            </a:r>
            <a:r>
              <a:rPr lang="en-ID" dirty="0" err="1"/>
              <a:t>sebuah</a:t>
            </a:r>
            <a:r>
              <a:rPr lang="en-ID" dirty="0"/>
              <a:t> </a:t>
            </a:r>
            <a:r>
              <a:rPr lang="en-ID" dirty="0" err="1"/>
              <a:t>proyek</a:t>
            </a:r>
            <a:r>
              <a:rPr lang="en-ID" dirty="0"/>
              <a:t> open source.</a:t>
            </a:r>
          </a:p>
          <a:p>
            <a:r>
              <a:rPr lang="en-ID" dirty="0" err="1"/>
              <a:t>Kenyamanan</a:t>
            </a:r>
            <a:r>
              <a:rPr lang="en-ID" dirty="0"/>
              <a:t> dan </a:t>
            </a:r>
            <a:r>
              <a:rPr lang="en-ID" dirty="0" err="1"/>
              <a:t>Kemudahan</a:t>
            </a:r>
            <a:r>
              <a:rPr lang="en-ID" dirty="0"/>
              <a:t>. </a:t>
            </a:r>
            <a:r>
              <a:rPr lang="en-ID" dirty="0" err="1"/>
              <a:t>Dokumentasi</a:t>
            </a:r>
            <a:r>
              <a:rPr lang="en-ID" dirty="0"/>
              <a:t> yang </a:t>
            </a:r>
            <a:r>
              <a:rPr lang="en-ID" dirty="0" err="1"/>
              <a:t>bagus</a:t>
            </a:r>
            <a:r>
              <a:rPr lang="en-ID" dirty="0"/>
              <a:t>, </a:t>
            </a:r>
            <a:r>
              <a:rPr lang="en-ID" dirty="0" err="1"/>
              <a:t>sintaks</a:t>
            </a:r>
            <a:r>
              <a:rPr lang="en-ID" dirty="0"/>
              <a:t> yang </a:t>
            </a:r>
            <a:r>
              <a:rPr lang="en-ID" dirty="0" err="1"/>
              <a:t>ringkas</a:t>
            </a:r>
            <a:r>
              <a:rPr lang="en-ID" dirty="0"/>
              <a:t> dan </a:t>
            </a:r>
            <a:r>
              <a:rPr lang="en-ID" dirty="0" err="1"/>
              <a:t>elegan</a:t>
            </a:r>
            <a:r>
              <a:rPr lang="en-ID" dirty="0"/>
              <a:t>, </a:t>
            </a:r>
            <a:r>
              <a:rPr lang="en-ID" dirty="0" err="1"/>
              <a:t>dukungan</a:t>
            </a:r>
            <a:r>
              <a:rPr lang="en-ID" dirty="0"/>
              <a:t> Command-Line Interface yang </a:t>
            </a:r>
            <a:r>
              <a:rPr lang="en-ID" dirty="0" err="1"/>
              <a:t>sangat</a:t>
            </a:r>
            <a:r>
              <a:rPr lang="en-ID" dirty="0"/>
              <a:t> </a:t>
            </a:r>
            <a:r>
              <a:rPr lang="en-ID" dirty="0" err="1"/>
              <a:t>membantu</a:t>
            </a:r>
            <a:r>
              <a:rPr lang="en-ID" dirty="0"/>
              <a:t> </a:t>
            </a:r>
            <a:r>
              <a:rPr lang="en-ID" dirty="0" err="1"/>
              <a:t>dalam</a:t>
            </a:r>
            <a:r>
              <a:rPr lang="en-ID" dirty="0"/>
              <a:t> </a:t>
            </a:r>
            <a:r>
              <a:rPr lang="en-ID" dirty="0" err="1"/>
              <a:t>pengembangan</a:t>
            </a:r>
            <a:r>
              <a:rPr lang="en-ID" dirty="0"/>
              <a:t> </a:t>
            </a:r>
            <a:r>
              <a:rPr lang="en-ID" dirty="0" err="1"/>
              <a:t>seperti</a:t>
            </a:r>
            <a:r>
              <a:rPr lang="en-ID" dirty="0"/>
              <a:t> </a:t>
            </a:r>
            <a:r>
              <a:rPr lang="en-ID" dirty="0" err="1"/>
              <a:t>untuk</a:t>
            </a:r>
            <a:r>
              <a:rPr lang="en-ID" dirty="0"/>
              <a:t> </a:t>
            </a:r>
            <a:r>
              <a:rPr lang="en-ID" dirty="0" err="1"/>
              <a:t>mengenerate</a:t>
            </a:r>
            <a:r>
              <a:rPr lang="en-ID" dirty="0"/>
              <a:t> Controller, Model, Migration, </a:t>
            </a:r>
            <a:r>
              <a:rPr lang="en-ID" dirty="0" err="1"/>
              <a:t>dll</a:t>
            </a:r>
            <a:r>
              <a:rPr lang="en-ID" dirty="0"/>
              <a:t>.</a:t>
            </a:r>
          </a:p>
          <a:p>
            <a:r>
              <a:rPr lang="en-ID" dirty="0"/>
              <a:t>Secure and Modern. </a:t>
            </a:r>
          </a:p>
          <a:p>
            <a:endParaRPr lang="en-ID" dirty="0"/>
          </a:p>
        </p:txBody>
      </p:sp>
    </p:spTree>
    <p:extLst>
      <p:ext uri="{BB962C8B-B14F-4D97-AF65-F5344CB8AC3E}">
        <p14:creationId xmlns:p14="http://schemas.microsoft.com/office/powerpoint/2010/main" val="369679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7018F-710B-4741-A0AE-DC6CAE942613}"/>
              </a:ext>
            </a:extLst>
          </p:cNvPr>
          <p:cNvSpPr>
            <a:spLocks noGrp="1"/>
          </p:cNvSpPr>
          <p:nvPr>
            <p:ph type="title"/>
          </p:nvPr>
        </p:nvSpPr>
        <p:spPr/>
        <p:txBody>
          <a:bodyPr/>
          <a:lstStyle/>
          <a:p>
            <a:r>
              <a:rPr lang="en-ID" dirty="0" err="1"/>
              <a:t>Beberapa</a:t>
            </a:r>
            <a:r>
              <a:rPr lang="en-ID" dirty="0"/>
              <a:t> </a:t>
            </a:r>
            <a:r>
              <a:rPr lang="en-ID" dirty="0" err="1"/>
              <a:t>fitur</a:t>
            </a:r>
            <a:r>
              <a:rPr lang="en-ID" dirty="0"/>
              <a:t> yang </a:t>
            </a:r>
            <a:r>
              <a:rPr lang="en-ID" dirty="0" err="1"/>
              <a:t>terdapat</a:t>
            </a:r>
            <a:r>
              <a:rPr lang="en-ID" dirty="0"/>
              <a:t> di Laravel :</a:t>
            </a:r>
          </a:p>
        </p:txBody>
      </p:sp>
      <p:sp>
        <p:nvSpPr>
          <p:cNvPr id="5" name="Rectangle 2">
            <a:extLst>
              <a:ext uri="{FF2B5EF4-FFF2-40B4-BE49-F238E27FC236}">
                <a16:creationId xmlns:a16="http://schemas.microsoft.com/office/drawing/2014/main" id="{5E98620D-88DF-477B-A47F-6D832CFDFC95}"/>
              </a:ext>
            </a:extLst>
          </p:cNvPr>
          <p:cNvSpPr>
            <a:spLocks noGrp="1" noChangeArrowheads="1"/>
          </p:cNvSpPr>
          <p:nvPr>
            <p:ph idx="1"/>
          </p:nvPr>
        </p:nvSpPr>
        <p:spPr bwMode="auto">
          <a:xfrm>
            <a:off x="972311" y="2184361"/>
            <a:ext cx="1055667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SzTx/>
            </a:pPr>
            <a:r>
              <a:rPr kumimoji="0" lang="en-US" altLang="en-US" b="0" i="0" u="none" strike="noStrike" cap="none" normalizeH="0" baseline="0" dirty="0">
                <a:ln>
                  <a:noFill/>
                </a:ln>
                <a:solidFill>
                  <a:schemeClr val="tx1"/>
                </a:solidFill>
                <a:effectLst/>
                <a:latin typeface="Arial" panose="020B0604020202020204" pitchFamily="34" charset="0"/>
              </a:rPr>
              <a:t>Bundles, </a:t>
            </a:r>
            <a:r>
              <a:rPr kumimoji="0" lang="en-US" altLang="en-US" b="0" i="0" u="none" strike="noStrike" cap="none" normalizeH="0" baseline="0" dirty="0" err="1">
                <a:ln>
                  <a:noFill/>
                </a:ln>
                <a:solidFill>
                  <a:schemeClr val="tx1"/>
                </a:solidFill>
                <a:effectLst/>
                <a:latin typeface="Arial" panose="020B0604020202020204" pitchFamily="34" charset="0"/>
              </a:rPr>
              <a:t>yaitu</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sebuah</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fitur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dengan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sistem</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pengemasan</a:t>
            </a:r>
            <a:r>
              <a:rPr kumimoji="0" lang="en-US" altLang="en-US" b="0" i="0" u="none" strike="noStrike" cap="none" normalizeH="0" baseline="0" dirty="0">
                <a:ln>
                  <a:noFill/>
                </a:ln>
                <a:solidFill>
                  <a:schemeClr val="tx1"/>
                </a:solidFill>
                <a:effectLst/>
                <a:latin typeface="Arial" panose="020B0604020202020204" pitchFamily="34" charset="0"/>
              </a:rPr>
              <a:t> modular dan </a:t>
            </a:r>
            <a:r>
              <a:rPr kumimoji="0" lang="en-US" altLang="en-US" b="0" i="0" u="none" strike="noStrike" cap="none" normalizeH="0" baseline="0" dirty="0" err="1">
                <a:ln>
                  <a:noFill/>
                </a:ln>
                <a:solidFill>
                  <a:schemeClr val="tx1"/>
                </a:solidFill>
                <a:effectLst/>
                <a:latin typeface="Arial" panose="020B0604020202020204" pitchFamily="34" charset="0"/>
              </a:rPr>
              <a:t>tersedia</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beragam</a:t>
            </a:r>
            <a:r>
              <a:rPr kumimoji="0" lang="en-US" altLang="en-US" b="0" i="0" u="none" strike="noStrike" cap="none" normalizeH="0" baseline="0" dirty="0">
                <a:ln>
                  <a:noFill/>
                </a:ln>
                <a:solidFill>
                  <a:schemeClr val="tx1"/>
                </a:solidFill>
                <a:effectLst/>
                <a:latin typeface="Arial" panose="020B0604020202020204" pitchFamily="34" charset="0"/>
              </a:rPr>
              <a:t> di </a:t>
            </a:r>
            <a:r>
              <a:rPr kumimoji="0" lang="en-US" altLang="en-US" b="0" i="0" u="none" strike="noStrike" cap="none" normalizeH="0" baseline="0" dirty="0" err="1">
                <a:ln>
                  <a:noFill/>
                </a:ln>
                <a:solidFill>
                  <a:schemeClr val="tx1"/>
                </a:solidFill>
                <a:effectLst/>
                <a:latin typeface="Arial" panose="020B0604020202020204" pitchFamily="34" charset="0"/>
              </a:rPr>
              <a:t>aplikasi</a:t>
            </a:r>
            <a:r>
              <a:rPr kumimoji="0" lang="en-US" altLang="en-US" b="0"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ct val="0"/>
              </a:spcBef>
              <a:spcAft>
                <a:spcPct val="0"/>
              </a:spcAft>
              <a:buSzTx/>
            </a:pPr>
            <a:r>
              <a:rPr kumimoji="0" lang="en-US" altLang="en-US" b="0" i="0" u="none" strike="noStrike" cap="none" normalizeH="0" baseline="0" dirty="0">
                <a:ln>
                  <a:noFill/>
                </a:ln>
                <a:solidFill>
                  <a:schemeClr val="tx1"/>
                </a:solidFill>
                <a:effectLst/>
                <a:latin typeface="Arial" panose="020B0604020202020204" pitchFamily="34" charset="0"/>
              </a:rPr>
              <a:t>Eloquent ORM, </a:t>
            </a:r>
            <a:r>
              <a:rPr kumimoji="0" lang="en-US" altLang="en-US" b="0" i="0" u="none" strike="noStrike" cap="none" normalizeH="0" baseline="0" dirty="0" err="1">
                <a:ln>
                  <a:noFill/>
                </a:ln>
                <a:solidFill>
                  <a:schemeClr val="tx1"/>
                </a:solidFill>
                <a:effectLst/>
                <a:latin typeface="Arial" panose="020B0604020202020204" pitchFamily="34" charset="0"/>
              </a:rPr>
              <a:t>merupakan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penerapan</a:t>
            </a:r>
            <a:r>
              <a:rPr kumimoji="0" lang="en-US" altLang="en-US" b="0" i="0" u="none" strike="noStrike" cap="none" normalizeH="0" baseline="0" dirty="0">
                <a:ln>
                  <a:noFill/>
                </a:ln>
                <a:solidFill>
                  <a:schemeClr val="tx1"/>
                </a:solidFill>
                <a:effectLst/>
                <a:latin typeface="Arial" panose="020B0604020202020204" pitchFamily="34" charset="0"/>
              </a:rPr>
              <a:t> PHP </a:t>
            </a:r>
            <a:r>
              <a:rPr kumimoji="0" lang="en-US" altLang="en-US" b="0" i="0" u="none" strike="noStrike" cap="none" normalizeH="0" baseline="0" dirty="0" err="1">
                <a:ln>
                  <a:noFill/>
                </a:ln>
                <a:solidFill>
                  <a:schemeClr val="tx1"/>
                </a:solidFill>
                <a:effectLst/>
                <a:latin typeface="Arial" panose="020B0604020202020204" pitchFamily="34" charset="0"/>
              </a:rPr>
              <a:t>lanjutan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menyediakan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metode</a:t>
            </a:r>
            <a:r>
              <a:rPr kumimoji="0" lang="en-US" altLang="en-US" b="0" i="0" u="none" strike="noStrike" cap="none" normalizeH="0" baseline="0" dirty="0">
                <a:ln>
                  <a:noFill/>
                </a:ln>
                <a:solidFill>
                  <a:schemeClr val="tx1"/>
                </a:solidFill>
                <a:effectLst/>
                <a:latin typeface="Arial" panose="020B0604020202020204" pitchFamily="34" charset="0"/>
              </a:rPr>
              <a:t> internal </a:t>
            </a:r>
            <a:r>
              <a:rPr kumimoji="0" lang="en-US" altLang="en-US" b="0" i="0" u="none" strike="noStrike" cap="none" normalizeH="0" baseline="0" dirty="0" err="1">
                <a:ln>
                  <a:noFill/>
                </a:ln>
                <a:solidFill>
                  <a:schemeClr val="tx1"/>
                </a:solidFill>
                <a:effectLst/>
                <a:latin typeface="Arial" panose="020B0604020202020204" pitchFamily="34" charset="0"/>
              </a:rPr>
              <a:t>dari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pola</a:t>
            </a:r>
            <a:r>
              <a:rPr kumimoji="0" lang="en-US" altLang="en-US" b="0" i="0" u="none" strike="noStrike" cap="none" normalizeH="0" baseline="0" dirty="0">
                <a:ln>
                  <a:noFill/>
                </a:ln>
                <a:solidFill>
                  <a:schemeClr val="tx1"/>
                </a:solidFill>
                <a:effectLst/>
                <a:latin typeface="Arial" panose="020B0604020202020204" pitchFamily="34" charset="0"/>
              </a:rPr>
              <a:t> “active record” yang </a:t>
            </a:r>
            <a:r>
              <a:rPr kumimoji="0" lang="en-US" altLang="en-US" b="0" i="0" u="none" strike="noStrike" cap="none" normalizeH="0" baseline="0" dirty="0" err="1">
                <a:ln>
                  <a:noFill/>
                </a:ln>
                <a:solidFill>
                  <a:schemeClr val="tx1"/>
                </a:solidFill>
                <a:effectLst/>
                <a:latin typeface="Arial" panose="020B0604020202020204" pitchFamily="34" charset="0"/>
              </a:rPr>
              <a:t>menagatasi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masalah</a:t>
            </a:r>
            <a:r>
              <a:rPr kumimoji="0" lang="en-US" altLang="en-US" b="0" i="0" u="none" strike="noStrike" cap="none" normalizeH="0" baseline="0" dirty="0">
                <a:ln>
                  <a:noFill/>
                </a:ln>
                <a:solidFill>
                  <a:schemeClr val="tx1"/>
                </a:solidFill>
                <a:effectLst/>
                <a:latin typeface="Arial" panose="020B0604020202020204" pitchFamily="34" charset="0"/>
              </a:rPr>
              <a:t> pada </a:t>
            </a:r>
            <a:r>
              <a:rPr kumimoji="0" lang="en-US" altLang="en-US" b="0" i="0" u="none" strike="noStrike" cap="none" normalizeH="0" baseline="0" dirty="0" err="1">
                <a:ln>
                  <a:noFill/>
                </a:ln>
                <a:solidFill>
                  <a:schemeClr val="tx1"/>
                </a:solidFill>
                <a:effectLst/>
                <a:latin typeface="Arial" panose="020B0604020202020204" pitchFamily="34" charset="0"/>
              </a:rPr>
              <a:t>hubungan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objek</a:t>
            </a:r>
            <a:r>
              <a:rPr kumimoji="0" lang="en-US" altLang="en-US" b="0" i="0" u="none" strike="noStrike" cap="none" normalizeH="0" baseline="0" dirty="0">
                <a:ln>
                  <a:noFill/>
                </a:ln>
                <a:solidFill>
                  <a:schemeClr val="tx1"/>
                </a:solidFill>
                <a:effectLst/>
                <a:latin typeface="Arial" panose="020B0604020202020204" pitchFamily="34" charset="0"/>
              </a:rPr>
              <a:t> database. </a:t>
            </a:r>
          </a:p>
          <a:p>
            <a:pPr eaLnBrk="0" fontAlgn="base" hangingPunct="0">
              <a:lnSpc>
                <a:spcPct val="100000"/>
              </a:lnSpc>
              <a:spcBef>
                <a:spcPct val="0"/>
              </a:spcBef>
              <a:spcAft>
                <a:spcPct val="0"/>
              </a:spcAft>
              <a:buSzTx/>
            </a:pPr>
            <a:r>
              <a:rPr kumimoji="0" lang="en-US" altLang="en-US" b="0" i="0" u="none" strike="noStrike" cap="none" normalizeH="0" baseline="0" dirty="0">
                <a:ln>
                  <a:noFill/>
                </a:ln>
                <a:solidFill>
                  <a:schemeClr val="tx1"/>
                </a:solidFill>
                <a:effectLst/>
                <a:latin typeface="Arial" panose="020B0604020202020204" pitchFamily="34" charset="0"/>
              </a:rPr>
              <a:t>Application Logic, </a:t>
            </a:r>
            <a:r>
              <a:rPr kumimoji="0" lang="en-US" altLang="en-US" b="0" i="0" u="none" strike="noStrike" cap="none" normalizeH="0" baseline="0" dirty="0" err="1">
                <a:ln>
                  <a:noFill/>
                </a:ln>
                <a:solidFill>
                  <a:schemeClr val="tx1"/>
                </a:solidFill>
                <a:effectLst/>
                <a:latin typeface="Arial" panose="020B0604020202020204" pitchFamily="34" charset="0"/>
              </a:rPr>
              <a:t>merupakan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bagian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dari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aplikasi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menggunakan</a:t>
            </a:r>
            <a:r>
              <a:rPr kumimoji="0" lang="en-US" altLang="en-US" b="0" i="0" u="none" strike="noStrike" cap="none" normalizeH="0" baseline="0" dirty="0">
                <a:ln>
                  <a:noFill/>
                </a:ln>
                <a:solidFill>
                  <a:schemeClr val="tx1"/>
                </a:solidFill>
                <a:effectLst/>
                <a:latin typeface="Arial" panose="020B0604020202020204" pitchFamily="34" charset="0"/>
              </a:rPr>
              <a:t> controller </a:t>
            </a:r>
            <a:r>
              <a:rPr kumimoji="0" lang="en-US" altLang="en-US" b="0" i="0" u="none" strike="noStrike" cap="none" normalizeH="0" baseline="0" dirty="0" err="1">
                <a:ln>
                  <a:noFill/>
                </a:ln>
                <a:solidFill>
                  <a:schemeClr val="tx1"/>
                </a:solidFill>
                <a:effectLst/>
                <a:latin typeface="Arial" panose="020B0604020202020204" pitchFamily="34" charset="0"/>
              </a:rPr>
              <a:t>atau</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bagian</a:t>
            </a:r>
            <a:r>
              <a:rPr kumimoji="0" lang="en-US" altLang="en-US" b="0" i="0" u="none" strike="noStrike" cap="none" normalizeH="0" baseline="0" dirty="0">
                <a:ln>
                  <a:noFill/>
                </a:ln>
                <a:solidFill>
                  <a:schemeClr val="tx1"/>
                </a:solidFill>
                <a:effectLst/>
                <a:latin typeface="Arial" panose="020B0604020202020204" pitchFamily="34" charset="0"/>
              </a:rPr>
              <a:t> Route. </a:t>
            </a:r>
          </a:p>
          <a:p>
            <a:pPr eaLnBrk="0" fontAlgn="base" hangingPunct="0">
              <a:lnSpc>
                <a:spcPct val="100000"/>
              </a:lnSpc>
              <a:spcBef>
                <a:spcPct val="0"/>
              </a:spcBef>
              <a:spcAft>
                <a:spcPct val="0"/>
              </a:spcAft>
              <a:buSzTx/>
            </a:pPr>
            <a:r>
              <a:rPr kumimoji="0" lang="en-US" altLang="en-US" b="0" i="0" u="none" strike="noStrike" cap="none" normalizeH="0" baseline="0" dirty="0">
                <a:ln>
                  <a:noFill/>
                </a:ln>
                <a:solidFill>
                  <a:schemeClr val="tx1"/>
                </a:solidFill>
                <a:effectLst/>
                <a:latin typeface="Arial" panose="020B0604020202020204" pitchFamily="34" charset="0"/>
              </a:rPr>
              <a:t>Reverse Routing, </a:t>
            </a:r>
            <a:r>
              <a:rPr kumimoji="0" lang="en-US" altLang="en-US" b="0" i="0" u="none" strike="noStrike" cap="none" normalizeH="0" baseline="0" dirty="0" err="1">
                <a:ln>
                  <a:noFill/>
                </a:ln>
                <a:solidFill>
                  <a:schemeClr val="tx1"/>
                </a:solidFill>
                <a:effectLst/>
                <a:latin typeface="Arial" panose="020B0604020202020204" pitchFamily="34" charset="0"/>
              </a:rPr>
              <a:t>mendefinisikan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relasi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atau</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hubungan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antara</a:t>
            </a:r>
            <a:r>
              <a:rPr kumimoji="0" lang="en-US" altLang="en-US" b="0" i="0" u="none" strike="noStrike" cap="none" normalizeH="0" baseline="0" dirty="0">
                <a:ln>
                  <a:noFill/>
                </a:ln>
                <a:solidFill>
                  <a:schemeClr val="tx1"/>
                </a:solidFill>
                <a:effectLst/>
                <a:latin typeface="Arial" panose="020B0604020202020204" pitchFamily="34" charset="0"/>
              </a:rPr>
              <a:t> Link dan Route. </a:t>
            </a:r>
          </a:p>
        </p:txBody>
      </p:sp>
    </p:spTree>
    <p:extLst>
      <p:ext uri="{BB962C8B-B14F-4D97-AF65-F5344CB8AC3E}">
        <p14:creationId xmlns:p14="http://schemas.microsoft.com/office/powerpoint/2010/main" val="1967262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F4E4A-9D21-4610-8A1A-FC47CCCECDE0}"/>
              </a:ext>
            </a:extLst>
          </p:cNvPr>
          <p:cNvSpPr>
            <a:spLocks noGrp="1"/>
          </p:cNvSpPr>
          <p:nvPr>
            <p:ph type="title"/>
          </p:nvPr>
        </p:nvSpPr>
        <p:spPr/>
        <p:txBody>
          <a:bodyPr/>
          <a:lstStyle/>
          <a:p>
            <a:r>
              <a:rPr lang="en-US" dirty="0" err="1"/>
              <a:t>Con’t</a:t>
            </a:r>
            <a:endParaRPr lang="en-ID" dirty="0"/>
          </a:p>
        </p:txBody>
      </p:sp>
      <p:sp>
        <p:nvSpPr>
          <p:cNvPr id="3" name="Content Placeholder 2">
            <a:extLst>
              <a:ext uri="{FF2B5EF4-FFF2-40B4-BE49-F238E27FC236}">
                <a16:creationId xmlns:a16="http://schemas.microsoft.com/office/drawing/2014/main" id="{20B5BF3D-BDFF-46E8-BA6C-EB052FD7DD9E}"/>
              </a:ext>
            </a:extLst>
          </p:cNvPr>
          <p:cNvSpPr>
            <a:spLocks noGrp="1"/>
          </p:cNvSpPr>
          <p:nvPr>
            <p:ph idx="1"/>
          </p:nvPr>
        </p:nvSpPr>
        <p:spPr/>
        <p:txBody>
          <a:bodyPr>
            <a:normAutofit fontScale="92500" lnSpcReduction="20000"/>
          </a:bodyPr>
          <a:lstStyle/>
          <a:p>
            <a:r>
              <a:rPr lang="en-ID" dirty="0"/>
              <a:t>Restful controllers, </a:t>
            </a:r>
            <a:r>
              <a:rPr lang="en-ID" dirty="0" err="1"/>
              <a:t>memisahkan</a:t>
            </a:r>
            <a:r>
              <a:rPr lang="en-ID" dirty="0"/>
              <a:t> </a:t>
            </a:r>
            <a:r>
              <a:rPr lang="en-ID" dirty="0" err="1"/>
              <a:t>logika</a:t>
            </a:r>
            <a:r>
              <a:rPr lang="en-ID" dirty="0"/>
              <a:t> </a:t>
            </a:r>
            <a:r>
              <a:rPr lang="en-ID" dirty="0" err="1"/>
              <a:t>dalam</a:t>
            </a:r>
            <a:r>
              <a:rPr lang="en-ID" dirty="0"/>
              <a:t> </a:t>
            </a:r>
            <a:r>
              <a:rPr lang="en-ID" dirty="0" err="1"/>
              <a:t>melayani</a:t>
            </a:r>
            <a:r>
              <a:rPr lang="en-ID" dirty="0"/>
              <a:t> HTTP GET and POST.</a:t>
            </a:r>
          </a:p>
          <a:p>
            <a:r>
              <a:rPr lang="en-ID" dirty="0"/>
              <a:t>Class Auto Loading, </a:t>
            </a:r>
            <a:r>
              <a:rPr lang="en-ID" dirty="0" err="1"/>
              <a:t>menyediakan</a:t>
            </a:r>
            <a:r>
              <a:rPr lang="en-ID" dirty="0"/>
              <a:t> loading </a:t>
            </a:r>
            <a:r>
              <a:rPr lang="en-ID" dirty="0" err="1"/>
              <a:t>otomatis</a:t>
            </a:r>
            <a:r>
              <a:rPr lang="en-ID" dirty="0"/>
              <a:t> </a:t>
            </a:r>
            <a:r>
              <a:rPr lang="en-ID" dirty="0" err="1"/>
              <a:t>untuk</a:t>
            </a:r>
            <a:r>
              <a:rPr lang="en-ID" dirty="0"/>
              <a:t> class PHP.</a:t>
            </a:r>
          </a:p>
          <a:p>
            <a:r>
              <a:rPr lang="en-ID" dirty="0"/>
              <a:t>View Composer, </a:t>
            </a:r>
            <a:r>
              <a:rPr lang="en-ID" dirty="0" err="1"/>
              <a:t>adalah</a:t>
            </a:r>
            <a:r>
              <a:rPr lang="en-ID" dirty="0"/>
              <a:t> </a:t>
            </a:r>
            <a:r>
              <a:rPr lang="en-ID" dirty="0" err="1"/>
              <a:t>kode</a:t>
            </a:r>
            <a:r>
              <a:rPr lang="en-ID" dirty="0"/>
              <a:t> unit </a:t>
            </a:r>
            <a:r>
              <a:rPr lang="en-ID" dirty="0" err="1"/>
              <a:t>logikal</a:t>
            </a:r>
            <a:r>
              <a:rPr lang="en-ID" dirty="0"/>
              <a:t> yang </a:t>
            </a:r>
            <a:r>
              <a:rPr lang="en-ID" dirty="0" err="1"/>
              <a:t>dapat</a:t>
            </a:r>
            <a:r>
              <a:rPr lang="en-ID" dirty="0"/>
              <a:t> </a:t>
            </a:r>
            <a:r>
              <a:rPr lang="en-ID" dirty="0" err="1"/>
              <a:t>dieksekusi</a:t>
            </a:r>
            <a:r>
              <a:rPr lang="en-ID" dirty="0"/>
              <a:t> </a:t>
            </a:r>
            <a:r>
              <a:rPr lang="en-ID" dirty="0" err="1"/>
              <a:t>ketika</a:t>
            </a:r>
            <a:r>
              <a:rPr lang="en-ID" dirty="0"/>
              <a:t> view </a:t>
            </a:r>
            <a:r>
              <a:rPr lang="en-ID" dirty="0" err="1"/>
              <a:t>sedang</a:t>
            </a:r>
            <a:r>
              <a:rPr lang="en-ID" dirty="0"/>
              <a:t> loading.</a:t>
            </a:r>
          </a:p>
          <a:p>
            <a:r>
              <a:rPr lang="en-ID" dirty="0"/>
              <a:t>IoC Container, </a:t>
            </a:r>
            <a:r>
              <a:rPr lang="en-ID" dirty="0" err="1"/>
              <a:t>memungkin</a:t>
            </a:r>
            <a:r>
              <a:rPr lang="en-ID" dirty="0"/>
              <a:t> </a:t>
            </a:r>
            <a:r>
              <a:rPr lang="en-ID" dirty="0" err="1"/>
              <a:t>obyek</a:t>
            </a:r>
            <a:r>
              <a:rPr lang="en-ID" dirty="0"/>
              <a:t> </a:t>
            </a:r>
            <a:r>
              <a:rPr lang="en-ID" dirty="0" err="1"/>
              <a:t>baru</a:t>
            </a:r>
            <a:r>
              <a:rPr lang="en-ID" dirty="0"/>
              <a:t> </a:t>
            </a:r>
            <a:r>
              <a:rPr lang="en-ID" dirty="0" err="1"/>
              <a:t>dihasilkan</a:t>
            </a:r>
            <a:r>
              <a:rPr lang="en-ID" dirty="0"/>
              <a:t> </a:t>
            </a:r>
            <a:r>
              <a:rPr lang="en-ID" dirty="0" err="1"/>
              <a:t>dengan</a:t>
            </a:r>
            <a:r>
              <a:rPr lang="en-ID" dirty="0"/>
              <a:t> </a:t>
            </a:r>
            <a:r>
              <a:rPr lang="en-ID" dirty="0" err="1"/>
              <a:t>pembalikan</a:t>
            </a:r>
            <a:r>
              <a:rPr lang="en-ID" dirty="0"/>
              <a:t> controller.</a:t>
            </a:r>
          </a:p>
          <a:p>
            <a:r>
              <a:rPr lang="en-ID" dirty="0"/>
              <a:t>Migration, </a:t>
            </a:r>
            <a:r>
              <a:rPr lang="en-ID" dirty="0" err="1"/>
              <a:t>menyediakan</a:t>
            </a:r>
            <a:r>
              <a:rPr lang="en-ID" dirty="0"/>
              <a:t> </a:t>
            </a:r>
            <a:r>
              <a:rPr lang="en-ID" dirty="0" err="1"/>
              <a:t>sistem</a:t>
            </a:r>
            <a:r>
              <a:rPr lang="en-ID" dirty="0"/>
              <a:t> </a:t>
            </a:r>
            <a:r>
              <a:rPr lang="en-ID" dirty="0" err="1"/>
              <a:t>kontrol</a:t>
            </a:r>
            <a:r>
              <a:rPr lang="en-ID" dirty="0"/>
              <a:t> </a:t>
            </a:r>
            <a:r>
              <a:rPr lang="en-ID" dirty="0" err="1"/>
              <a:t>untuk</a:t>
            </a:r>
            <a:r>
              <a:rPr lang="en-ID" dirty="0"/>
              <a:t> </a:t>
            </a:r>
            <a:r>
              <a:rPr lang="en-ID" dirty="0" err="1"/>
              <a:t>skema</a:t>
            </a:r>
            <a:r>
              <a:rPr lang="en-ID" dirty="0"/>
              <a:t> database.</a:t>
            </a:r>
          </a:p>
          <a:p>
            <a:r>
              <a:rPr lang="en-ID" dirty="0"/>
              <a:t>Unit Testing, </a:t>
            </a:r>
            <a:r>
              <a:rPr lang="en-ID" dirty="0" err="1"/>
              <a:t>banyak</a:t>
            </a:r>
            <a:r>
              <a:rPr lang="en-ID" dirty="0"/>
              <a:t> </a:t>
            </a:r>
            <a:r>
              <a:rPr lang="en-ID" dirty="0" err="1"/>
              <a:t>tes</a:t>
            </a:r>
            <a:r>
              <a:rPr lang="en-ID" dirty="0"/>
              <a:t> </a:t>
            </a:r>
            <a:r>
              <a:rPr lang="en-ID" dirty="0" err="1"/>
              <a:t>untuk</a:t>
            </a:r>
            <a:r>
              <a:rPr lang="en-ID" dirty="0"/>
              <a:t> </a:t>
            </a:r>
            <a:r>
              <a:rPr lang="en-ID" dirty="0" err="1"/>
              <a:t>mendeteksi</a:t>
            </a:r>
            <a:r>
              <a:rPr lang="en-ID" dirty="0"/>
              <a:t> dan </a:t>
            </a:r>
            <a:r>
              <a:rPr lang="en-ID" dirty="0" err="1"/>
              <a:t>mencegah</a:t>
            </a:r>
            <a:r>
              <a:rPr lang="en-ID" dirty="0"/>
              <a:t> </a:t>
            </a:r>
            <a:r>
              <a:rPr lang="en-ID" dirty="0" err="1"/>
              <a:t>regresi</a:t>
            </a:r>
            <a:r>
              <a:rPr lang="en-ID" dirty="0"/>
              <a:t>.</a:t>
            </a:r>
          </a:p>
          <a:p>
            <a:r>
              <a:rPr lang="en-ID" dirty="0"/>
              <a:t>Automatic Pagination, </a:t>
            </a:r>
            <a:r>
              <a:rPr lang="en-ID" dirty="0" err="1"/>
              <a:t>menyederhanakan</a:t>
            </a:r>
            <a:r>
              <a:rPr lang="en-ID" dirty="0"/>
              <a:t> </a:t>
            </a:r>
            <a:r>
              <a:rPr lang="en-ID" dirty="0" err="1"/>
              <a:t>tugas</a:t>
            </a:r>
            <a:r>
              <a:rPr lang="en-ID" dirty="0"/>
              <a:t> </a:t>
            </a:r>
            <a:r>
              <a:rPr lang="en-ID" dirty="0" err="1"/>
              <a:t>dari</a:t>
            </a:r>
            <a:r>
              <a:rPr lang="en-ID" dirty="0"/>
              <a:t> </a:t>
            </a:r>
            <a:r>
              <a:rPr lang="en-ID" dirty="0" err="1"/>
              <a:t>penerapan</a:t>
            </a:r>
            <a:r>
              <a:rPr lang="en-ID" dirty="0"/>
              <a:t> </a:t>
            </a:r>
            <a:r>
              <a:rPr lang="en-ID" dirty="0" err="1"/>
              <a:t>halaman</a:t>
            </a:r>
            <a:r>
              <a:rPr lang="en-ID" dirty="0"/>
              <a:t>.</a:t>
            </a:r>
          </a:p>
        </p:txBody>
      </p:sp>
    </p:spTree>
    <p:extLst>
      <p:ext uri="{BB962C8B-B14F-4D97-AF65-F5344CB8AC3E}">
        <p14:creationId xmlns:p14="http://schemas.microsoft.com/office/powerpoint/2010/main" val="1386830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8BC5-3AEB-4F2F-BB7C-36BEBE83C804}"/>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B701F7E9-9D5D-4E45-B395-63B0433D100B}"/>
              </a:ext>
            </a:extLst>
          </p:cNvPr>
          <p:cNvSpPr>
            <a:spLocks noGrp="1"/>
          </p:cNvSpPr>
          <p:nvPr>
            <p:ph idx="1"/>
          </p:nvPr>
        </p:nvSpPr>
        <p:spPr/>
        <p:txBody>
          <a:bodyPr/>
          <a:lstStyle/>
          <a:p>
            <a:endParaRPr lang="en-ID"/>
          </a:p>
        </p:txBody>
      </p:sp>
      <p:pic>
        <p:nvPicPr>
          <p:cNvPr id="8" name="Picture 7">
            <a:extLst>
              <a:ext uri="{FF2B5EF4-FFF2-40B4-BE49-F238E27FC236}">
                <a16:creationId xmlns:a16="http://schemas.microsoft.com/office/drawing/2014/main" id="{28EF6563-EE24-4F70-BEB6-07BAC4F3F232}"/>
              </a:ext>
            </a:extLst>
          </p:cNvPr>
          <p:cNvPicPr>
            <a:picLocks noChangeAspect="1"/>
          </p:cNvPicPr>
          <p:nvPr/>
        </p:nvPicPr>
        <p:blipFill>
          <a:blip r:embed="rId2"/>
          <a:stretch>
            <a:fillRect/>
          </a:stretch>
        </p:blipFill>
        <p:spPr>
          <a:xfrm>
            <a:off x="1387360" y="547540"/>
            <a:ext cx="9134475" cy="4876800"/>
          </a:xfrm>
          <a:prstGeom prst="rect">
            <a:avLst/>
          </a:prstGeom>
        </p:spPr>
      </p:pic>
    </p:spTree>
    <p:extLst>
      <p:ext uri="{BB962C8B-B14F-4D97-AF65-F5344CB8AC3E}">
        <p14:creationId xmlns:p14="http://schemas.microsoft.com/office/powerpoint/2010/main" val="2169824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195E7-B720-4E16-982D-B87486EC3768}"/>
              </a:ext>
            </a:extLst>
          </p:cNvPr>
          <p:cNvSpPr>
            <a:spLocks noGrp="1"/>
          </p:cNvSpPr>
          <p:nvPr>
            <p:ph type="title"/>
          </p:nvPr>
        </p:nvSpPr>
        <p:spPr/>
        <p:txBody>
          <a:bodyPr/>
          <a:lstStyle/>
          <a:p>
            <a:r>
              <a:rPr lang="en-ID" b="1" dirty="0" err="1"/>
              <a:t>Keunggulan</a:t>
            </a:r>
            <a:r>
              <a:rPr lang="en-ID" b="1" dirty="0"/>
              <a:t> Laravel</a:t>
            </a:r>
            <a:endParaRPr lang="en-ID" dirty="0"/>
          </a:p>
        </p:txBody>
      </p:sp>
      <p:sp>
        <p:nvSpPr>
          <p:cNvPr id="3" name="Content Placeholder 2">
            <a:extLst>
              <a:ext uri="{FF2B5EF4-FFF2-40B4-BE49-F238E27FC236}">
                <a16:creationId xmlns:a16="http://schemas.microsoft.com/office/drawing/2014/main" id="{F445391B-59D9-4DDD-BD30-005F16838DC4}"/>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ID" dirty="0"/>
              <a:t>Waktu yang </a:t>
            </a:r>
            <a:r>
              <a:rPr lang="en-ID" dirty="0" err="1"/>
              <a:t>dibutuhkan</a:t>
            </a:r>
            <a:r>
              <a:rPr lang="en-ID" dirty="0"/>
              <a:t> </a:t>
            </a:r>
            <a:r>
              <a:rPr lang="en-ID" dirty="0" err="1"/>
              <a:t>untuk</a:t>
            </a:r>
            <a:r>
              <a:rPr lang="en-ID" dirty="0"/>
              <a:t> </a:t>
            </a:r>
            <a:r>
              <a:rPr lang="en-ID" dirty="0" err="1"/>
              <a:t>mengembangan</a:t>
            </a:r>
            <a:r>
              <a:rPr lang="en-ID" dirty="0"/>
              <a:t> </a:t>
            </a:r>
            <a:r>
              <a:rPr lang="en-ID" dirty="0" err="1"/>
              <a:t>projek</a:t>
            </a:r>
            <a:r>
              <a:rPr lang="en-ID" dirty="0"/>
              <a:t> website </a:t>
            </a:r>
            <a:r>
              <a:rPr lang="en-ID" dirty="0" err="1"/>
              <a:t>dengan</a:t>
            </a:r>
            <a:r>
              <a:rPr lang="en-ID" dirty="0"/>
              <a:t> </a:t>
            </a:r>
            <a:r>
              <a:rPr lang="en-ID" dirty="0" err="1"/>
              <a:t>menggunakan</a:t>
            </a:r>
            <a:r>
              <a:rPr lang="en-ID" dirty="0"/>
              <a:t> </a:t>
            </a:r>
            <a:r>
              <a:rPr lang="en-ID" i="1" dirty="0"/>
              <a:t>framework </a:t>
            </a:r>
            <a:r>
              <a:rPr lang="en-ID" dirty="0" err="1"/>
              <a:t>ini</a:t>
            </a:r>
            <a:r>
              <a:rPr lang="en-ID" dirty="0"/>
              <a:t> </a:t>
            </a:r>
            <a:r>
              <a:rPr lang="en-ID" dirty="0" err="1"/>
              <a:t>menjadi</a:t>
            </a:r>
            <a:r>
              <a:rPr lang="en-ID" dirty="0"/>
              <a:t> </a:t>
            </a:r>
            <a:r>
              <a:rPr lang="en-ID" dirty="0" err="1"/>
              <a:t>lebih</a:t>
            </a:r>
            <a:r>
              <a:rPr lang="en-ID" dirty="0"/>
              <a:t> </a:t>
            </a:r>
            <a:r>
              <a:rPr lang="en-ID" dirty="0" err="1"/>
              <a:t>cepat</a:t>
            </a:r>
            <a:r>
              <a:rPr lang="en-ID" dirty="0"/>
              <a:t>.</a:t>
            </a:r>
          </a:p>
          <a:p>
            <a:pPr>
              <a:buFont typeface="Arial" panose="020B0604020202020204" pitchFamily="34" charset="0"/>
              <a:buChar char="•"/>
            </a:pPr>
            <a:r>
              <a:rPr lang="en-ID" dirty="0" err="1"/>
              <a:t>Dapat</a:t>
            </a:r>
            <a:r>
              <a:rPr lang="en-ID" dirty="0"/>
              <a:t> </a:t>
            </a:r>
            <a:r>
              <a:rPr lang="en-ID" dirty="0" err="1"/>
              <a:t>meningkatkan</a:t>
            </a:r>
            <a:r>
              <a:rPr lang="en-ID" dirty="0"/>
              <a:t> </a:t>
            </a:r>
            <a:r>
              <a:rPr lang="en-ID" dirty="0" err="1"/>
              <a:t>pengunjung</a:t>
            </a:r>
            <a:r>
              <a:rPr lang="en-ID" dirty="0"/>
              <a:t> </a:t>
            </a:r>
            <a:r>
              <a:rPr lang="en-ID" dirty="0" err="1"/>
              <a:t>webiste</a:t>
            </a:r>
            <a:r>
              <a:rPr lang="en-ID" dirty="0"/>
              <a:t> </a:t>
            </a:r>
            <a:r>
              <a:rPr lang="en-ID" dirty="0" err="1"/>
              <a:t>karena</a:t>
            </a:r>
            <a:r>
              <a:rPr lang="en-ID" dirty="0"/>
              <a:t> </a:t>
            </a:r>
            <a:r>
              <a:rPr lang="en-ID" dirty="0" err="1"/>
              <a:t>teknologi</a:t>
            </a:r>
            <a:r>
              <a:rPr lang="en-ID" dirty="0"/>
              <a:t> </a:t>
            </a:r>
            <a:r>
              <a:rPr lang="en-ID" i="1" dirty="0"/>
              <a:t>framework </a:t>
            </a:r>
            <a:r>
              <a:rPr lang="en-ID" dirty="0" err="1"/>
              <a:t>ini</a:t>
            </a:r>
            <a:r>
              <a:rPr lang="en-ID" dirty="0"/>
              <a:t> </a:t>
            </a:r>
            <a:r>
              <a:rPr lang="en-ID" dirty="0" err="1"/>
              <a:t>dapat</a:t>
            </a:r>
            <a:r>
              <a:rPr lang="en-ID" dirty="0"/>
              <a:t> </a:t>
            </a:r>
            <a:r>
              <a:rPr lang="en-ID" dirty="0" err="1"/>
              <a:t>digunakan</a:t>
            </a:r>
            <a:r>
              <a:rPr lang="en-ID" dirty="0"/>
              <a:t> di </a:t>
            </a:r>
            <a:r>
              <a:rPr lang="en-ID" dirty="0" err="1"/>
              <a:t>segala</a:t>
            </a:r>
            <a:r>
              <a:rPr lang="en-ID" dirty="0"/>
              <a:t> </a:t>
            </a:r>
            <a:r>
              <a:rPr lang="en-ID" i="1" dirty="0"/>
              <a:t>browser </a:t>
            </a:r>
            <a:r>
              <a:rPr lang="en-ID" dirty="0"/>
              <a:t>dan </a:t>
            </a:r>
            <a:r>
              <a:rPr lang="en-ID" dirty="0" err="1"/>
              <a:t>berbagai</a:t>
            </a:r>
            <a:r>
              <a:rPr lang="en-ID" dirty="0"/>
              <a:t> </a:t>
            </a:r>
            <a:r>
              <a:rPr lang="en-ID" dirty="0" err="1"/>
              <a:t>perangkat</a:t>
            </a:r>
            <a:r>
              <a:rPr lang="en-ID" dirty="0"/>
              <a:t> </a:t>
            </a:r>
            <a:r>
              <a:rPr lang="en-ID" dirty="0" err="1"/>
              <a:t>dengan</a:t>
            </a:r>
            <a:r>
              <a:rPr lang="en-ID" dirty="0"/>
              <a:t> </a:t>
            </a:r>
            <a:r>
              <a:rPr lang="en-ID" dirty="0" err="1"/>
              <a:t>baik</a:t>
            </a:r>
            <a:r>
              <a:rPr lang="en-ID" dirty="0"/>
              <a:t>.</a:t>
            </a:r>
          </a:p>
          <a:p>
            <a:pPr>
              <a:buFont typeface="Arial" panose="020B0604020202020204" pitchFamily="34" charset="0"/>
              <a:buChar char="•"/>
            </a:pPr>
            <a:r>
              <a:rPr lang="en-ID" dirty="0"/>
              <a:t>Laravel </a:t>
            </a:r>
            <a:r>
              <a:rPr lang="en-ID" dirty="0" err="1"/>
              <a:t>dilengkapi</a:t>
            </a:r>
            <a:r>
              <a:rPr lang="en-ID" dirty="0"/>
              <a:t> </a:t>
            </a:r>
            <a:r>
              <a:rPr lang="en-ID" dirty="0" err="1"/>
              <a:t>dengan</a:t>
            </a:r>
            <a:r>
              <a:rPr lang="en-ID" dirty="0"/>
              <a:t> </a:t>
            </a:r>
            <a:r>
              <a:rPr lang="en-ID" dirty="0" err="1"/>
              <a:t>utilitas</a:t>
            </a:r>
            <a:r>
              <a:rPr lang="en-ID" dirty="0"/>
              <a:t> </a:t>
            </a:r>
            <a:r>
              <a:rPr lang="en-ID" dirty="0" err="1"/>
              <a:t>pemrograman</a:t>
            </a:r>
            <a:r>
              <a:rPr lang="en-ID" dirty="0"/>
              <a:t> </a:t>
            </a:r>
            <a:r>
              <a:rPr lang="en-ID" dirty="0" err="1"/>
              <a:t>untuk</a:t>
            </a:r>
            <a:r>
              <a:rPr lang="en-ID" dirty="0"/>
              <a:t> </a:t>
            </a:r>
            <a:r>
              <a:rPr lang="en-ID" dirty="0" err="1"/>
              <a:t>membantu</a:t>
            </a:r>
            <a:r>
              <a:rPr lang="en-ID" dirty="0"/>
              <a:t> proses </a:t>
            </a:r>
            <a:r>
              <a:rPr lang="en-ID" dirty="0" err="1"/>
              <a:t>pengembangan</a:t>
            </a:r>
            <a:r>
              <a:rPr lang="en-ID" dirty="0"/>
              <a:t> </a:t>
            </a:r>
            <a:r>
              <a:rPr lang="en-ID" dirty="0" err="1"/>
              <a:t>aplikasi</a:t>
            </a:r>
            <a:r>
              <a:rPr lang="en-ID" dirty="0"/>
              <a:t> web dan juga </a:t>
            </a:r>
            <a:r>
              <a:rPr lang="en-ID" dirty="0" err="1"/>
              <a:t>moderasi</a:t>
            </a:r>
            <a:r>
              <a:rPr lang="en-ID" dirty="0"/>
              <a:t> </a:t>
            </a:r>
            <a:r>
              <a:rPr lang="en-ID" dirty="0" err="1"/>
              <a:t>dengan</a:t>
            </a:r>
            <a:r>
              <a:rPr lang="en-ID" dirty="0"/>
              <a:t> </a:t>
            </a:r>
            <a:r>
              <a:rPr lang="en-ID" dirty="0" err="1"/>
              <a:t>cara</a:t>
            </a:r>
            <a:r>
              <a:rPr lang="en-ID" dirty="0"/>
              <a:t> </a:t>
            </a:r>
            <a:r>
              <a:rPr lang="en-ID" dirty="0" err="1"/>
              <a:t>terbaik</a:t>
            </a:r>
            <a:r>
              <a:rPr lang="en-ID" dirty="0"/>
              <a:t>. </a:t>
            </a:r>
            <a:r>
              <a:rPr lang="en-ID" dirty="0" err="1"/>
              <a:t>Ini</a:t>
            </a:r>
            <a:r>
              <a:rPr lang="en-ID" dirty="0"/>
              <a:t> </a:t>
            </a:r>
            <a:r>
              <a:rPr lang="en-ID" dirty="0" err="1"/>
              <a:t>dikemas</a:t>
            </a:r>
            <a:r>
              <a:rPr lang="en-ID" dirty="0"/>
              <a:t> </a:t>
            </a:r>
            <a:r>
              <a:rPr lang="en-ID" dirty="0" err="1"/>
              <a:t>dengan</a:t>
            </a:r>
            <a:r>
              <a:rPr lang="en-ID" dirty="0"/>
              <a:t> Modular Packaging System (MPS) </a:t>
            </a:r>
            <a:r>
              <a:rPr lang="en-ID" dirty="0" err="1"/>
              <a:t>dengan</a:t>
            </a:r>
            <a:r>
              <a:rPr lang="en-ID" dirty="0"/>
              <a:t> </a:t>
            </a:r>
            <a:r>
              <a:rPr lang="en-ID" dirty="0" err="1"/>
              <a:t>pengaturan</a:t>
            </a:r>
            <a:r>
              <a:rPr lang="en-ID" dirty="0"/>
              <a:t> </a:t>
            </a:r>
            <a:r>
              <a:rPr lang="en-ID" dirty="0" err="1"/>
              <a:t>ketergantungan</a:t>
            </a:r>
            <a:r>
              <a:rPr lang="en-ID" dirty="0"/>
              <a:t> yang </a:t>
            </a:r>
            <a:r>
              <a:rPr lang="en-ID" dirty="0" err="1"/>
              <a:t>lengkap</a:t>
            </a:r>
            <a:r>
              <a:rPr lang="en-ID" dirty="0"/>
              <a:t>.</a:t>
            </a:r>
          </a:p>
          <a:p>
            <a:endParaRPr lang="en-ID" dirty="0"/>
          </a:p>
        </p:txBody>
      </p:sp>
    </p:spTree>
    <p:extLst>
      <p:ext uri="{BB962C8B-B14F-4D97-AF65-F5344CB8AC3E}">
        <p14:creationId xmlns:p14="http://schemas.microsoft.com/office/powerpoint/2010/main" val="2246082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7395E-5B91-487A-A02A-66C6B559C573}"/>
              </a:ext>
            </a:extLst>
          </p:cNvPr>
          <p:cNvSpPr>
            <a:spLocks noGrp="1"/>
          </p:cNvSpPr>
          <p:nvPr>
            <p:ph type="title"/>
          </p:nvPr>
        </p:nvSpPr>
        <p:spPr/>
        <p:txBody>
          <a:bodyPr/>
          <a:lstStyle/>
          <a:p>
            <a:r>
              <a:rPr lang="en-ID" dirty="0" err="1"/>
              <a:t>Persyaratan</a:t>
            </a:r>
            <a:r>
              <a:rPr lang="en-ID" dirty="0"/>
              <a:t> </a:t>
            </a:r>
            <a:r>
              <a:rPr lang="en-ID" dirty="0" err="1"/>
              <a:t>Sistem</a:t>
            </a:r>
            <a:endParaRPr lang="en-ID" dirty="0"/>
          </a:p>
        </p:txBody>
      </p:sp>
      <p:sp>
        <p:nvSpPr>
          <p:cNvPr id="3" name="Content Placeholder 2">
            <a:extLst>
              <a:ext uri="{FF2B5EF4-FFF2-40B4-BE49-F238E27FC236}">
                <a16:creationId xmlns:a16="http://schemas.microsoft.com/office/drawing/2014/main" id="{2BC3817D-7406-4D89-B6E7-64BA35C6E03F}"/>
              </a:ext>
            </a:extLst>
          </p:cNvPr>
          <p:cNvSpPr>
            <a:spLocks noGrp="1"/>
          </p:cNvSpPr>
          <p:nvPr>
            <p:ph idx="1"/>
          </p:nvPr>
        </p:nvSpPr>
        <p:spPr/>
        <p:txBody>
          <a:bodyPr>
            <a:normAutofit fontScale="92500" lnSpcReduction="10000"/>
          </a:bodyPr>
          <a:lstStyle/>
          <a:p>
            <a:r>
              <a:rPr lang="en-ID" dirty="0"/>
              <a:t>PHP &gt;= 7.1.3 </a:t>
            </a:r>
          </a:p>
          <a:p>
            <a:r>
              <a:rPr lang="en-ID" dirty="0"/>
              <a:t>OpenSSL PHP Extension </a:t>
            </a:r>
          </a:p>
          <a:p>
            <a:r>
              <a:rPr lang="en-ID" dirty="0"/>
              <a:t>PDO PHP Extension</a:t>
            </a:r>
          </a:p>
          <a:p>
            <a:r>
              <a:rPr lang="en-ID" dirty="0" err="1"/>
              <a:t>Mbstring</a:t>
            </a:r>
            <a:r>
              <a:rPr lang="en-ID" dirty="0"/>
              <a:t> PHP Extension </a:t>
            </a:r>
          </a:p>
          <a:p>
            <a:r>
              <a:rPr lang="en-ID" dirty="0"/>
              <a:t>Tokenizer PHP Extension </a:t>
            </a:r>
          </a:p>
          <a:p>
            <a:r>
              <a:rPr lang="en-ID" dirty="0"/>
              <a:t>XML PHP Extension </a:t>
            </a:r>
          </a:p>
          <a:p>
            <a:r>
              <a:rPr lang="en-ID" dirty="0" err="1"/>
              <a:t>Ctype</a:t>
            </a:r>
            <a:r>
              <a:rPr lang="en-ID" dirty="0"/>
              <a:t> PHP Extension JSON PHP Extension.</a:t>
            </a:r>
          </a:p>
        </p:txBody>
      </p:sp>
    </p:spTree>
    <p:extLst>
      <p:ext uri="{BB962C8B-B14F-4D97-AF65-F5344CB8AC3E}">
        <p14:creationId xmlns:p14="http://schemas.microsoft.com/office/powerpoint/2010/main" val="1339345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3A1BC-9B4B-4D72-95F0-74EEB1694E26}"/>
              </a:ext>
            </a:extLst>
          </p:cNvPr>
          <p:cNvSpPr>
            <a:spLocks noGrp="1"/>
          </p:cNvSpPr>
          <p:nvPr>
            <p:ph type="title"/>
          </p:nvPr>
        </p:nvSpPr>
        <p:spPr/>
        <p:txBody>
          <a:bodyPr/>
          <a:lstStyle/>
          <a:p>
            <a:r>
              <a:rPr lang="en-US" dirty="0"/>
              <a:t>Kesimpulan</a:t>
            </a:r>
            <a:endParaRPr lang="en-ID" dirty="0"/>
          </a:p>
        </p:txBody>
      </p:sp>
      <p:sp>
        <p:nvSpPr>
          <p:cNvPr id="3" name="Content Placeholder 2">
            <a:extLst>
              <a:ext uri="{FF2B5EF4-FFF2-40B4-BE49-F238E27FC236}">
                <a16:creationId xmlns:a16="http://schemas.microsoft.com/office/drawing/2014/main" id="{98648162-8F60-4B22-8535-03E3A57138F4}"/>
              </a:ext>
            </a:extLst>
          </p:cNvPr>
          <p:cNvSpPr>
            <a:spLocks noGrp="1"/>
          </p:cNvSpPr>
          <p:nvPr>
            <p:ph idx="1"/>
          </p:nvPr>
        </p:nvSpPr>
        <p:spPr/>
        <p:txBody>
          <a:bodyPr/>
          <a:lstStyle/>
          <a:p>
            <a:r>
              <a:rPr lang="en-ID" dirty="0"/>
              <a:t>Laravel </a:t>
            </a:r>
            <a:r>
              <a:rPr lang="en-ID" dirty="0" err="1"/>
              <a:t>merupakan</a:t>
            </a:r>
            <a:r>
              <a:rPr lang="en-ID" dirty="0"/>
              <a:t> framework yang </a:t>
            </a:r>
            <a:r>
              <a:rPr lang="en-ID" dirty="0" err="1"/>
              <a:t>mengutamakan</a:t>
            </a:r>
            <a:r>
              <a:rPr lang="en-ID" dirty="0"/>
              <a:t> developer experience. Hal </a:t>
            </a:r>
            <a:r>
              <a:rPr lang="en-ID" dirty="0" err="1"/>
              <a:t>ini</a:t>
            </a:r>
            <a:r>
              <a:rPr lang="en-ID" dirty="0"/>
              <a:t> </a:t>
            </a:r>
            <a:r>
              <a:rPr lang="en-ID" dirty="0" err="1"/>
              <a:t>sangat</a:t>
            </a:r>
            <a:r>
              <a:rPr lang="en-ID" dirty="0"/>
              <a:t> </a:t>
            </a:r>
            <a:r>
              <a:rPr lang="en-ID" dirty="0" err="1"/>
              <a:t>cocok</a:t>
            </a:r>
            <a:r>
              <a:rPr lang="en-ID" dirty="0"/>
              <a:t> yang </a:t>
            </a:r>
            <a:r>
              <a:rPr lang="en-ID" dirty="0" err="1"/>
              <a:t>menginginkan</a:t>
            </a:r>
            <a:r>
              <a:rPr lang="en-ID" dirty="0"/>
              <a:t> </a:t>
            </a:r>
            <a:r>
              <a:rPr lang="en-ID" dirty="0" err="1"/>
              <a:t>keindahan</a:t>
            </a:r>
            <a:r>
              <a:rPr lang="en-ID" dirty="0"/>
              <a:t> </a:t>
            </a:r>
            <a:r>
              <a:rPr lang="en-ID" dirty="0" err="1"/>
              <a:t>kode</a:t>
            </a:r>
            <a:r>
              <a:rPr lang="en-ID" dirty="0"/>
              <a:t>, </a:t>
            </a:r>
            <a:r>
              <a:rPr lang="en-ID" dirty="0" err="1"/>
              <a:t>kecepatan</a:t>
            </a:r>
            <a:r>
              <a:rPr lang="en-ID" dirty="0"/>
              <a:t> dan </a:t>
            </a:r>
            <a:r>
              <a:rPr lang="en-ID" dirty="0" err="1"/>
              <a:t>keluwesan</a:t>
            </a:r>
            <a:r>
              <a:rPr lang="en-ID" dirty="0"/>
              <a:t> </a:t>
            </a:r>
            <a:r>
              <a:rPr lang="en-ID" dirty="0" err="1"/>
              <a:t>dalam</a:t>
            </a:r>
            <a:r>
              <a:rPr lang="en-ID" dirty="0"/>
              <a:t> </a:t>
            </a:r>
            <a:r>
              <a:rPr lang="en-ID" dirty="0" err="1"/>
              <a:t>pembuatan</a:t>
            </a:r>
            <a:r>
              <a:rPr lang="en-ID" dirty="0"/>
              <a:t> </a:t>
            </a:r>
            <a:r>
              <a:rPr lang="en-ID" dirty="0" err="1"/>
              <a:t>aplikasi</a:t>
            </a:r>
            <a:r>
              <a:rPr lang="en-ID" dirty="0"/>
              <a:t> yang </a:t>
            </a:r>
            <a:r>
              <a:rPr lang="en-ID" dirty="0" err="1"/>
              <a:t>aman</a:t>
            </a:r>
            <a:r>
              <a:rPr lang="en-ID" dirty="0"/>
              <a:t> dan modern.</a:t>
            </a:r>
          </a:p>
        </p:txBody>
      </p:sp>
    </p:spTree>
    <p:extLst>
      <p:ext uri="{BB962C8B-B14F-4D97-AF65-F5344CB8AC3E}">
        <p14:creationId xmlns:p14="http://schemas.microsoft.com/office/powerpoint/2010/main" val="18170985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22</TotalTime>
  <Words>561</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 Light</vt:lpstr>
      <vt:lpstr>Times New Roman</vt:lpstr>
      <vt:lpstr>Tw Cen MT</vt:lpstr>
      <vt:lpstr>Circuit</vt:lpstr>
      <vt:lpstr>Laravel</vt:lpstr>
      <vt:lpstr>Pengertian laravel</vt:lpstr>
      <vt:lpstr>Laravel COncept</vt:lpstr>
      <vt:lpstr>PowerPoint Presentation</vt:lpstr>
      <vt:lpstr>Mengapa Laravel ?</vt:lpstr>
      <vt:lpstr>Beberapa fitur yang terdapat di Laravel :</vt:lpstr>
      <vt:lpstr>Con’t</vt:lpstr>
      <vt:lpstr>PowerPoint Presentation</vt:lpstr>
      <vt:lpstr>Keunggulan Laravel</vt:lpstr>
      <vt:lpstr>Persyaratan Sistem</vt:lpstr>
      <vt:lpstr>Kesimpulan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Laravel</dc:title>
  <dc:creator>Asus Rog</dc:creator>
  <cp:lastModifiedBy>Asus Rog</cp:lastModifiedBy>
  <cp:revision>3</cp:revision>
  <dcterms:created xsi:type="dcterms:W3CDTF">2021-04-14T07:22:42Z</dcterms:created>
  <dcterms:modified xsi:type="dcterms:W3CDTF">2021-04-14T07:45:18Z</dcterms:modified>
</cp:coreProperties>
</file>